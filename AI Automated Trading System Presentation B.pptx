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 id="2147483660" r:id="rId2"/>
    <p:sldMasterId id="2147483672" r:id="rId3"/>
  </p:sldMasterIdLst>
  <p:notesMasterIdLst>
    <p:notesMasterId r:id="rId19"/>
  </p:notesMasterIdLst>
  <p:sldIdLst>
    <p:sldId id="256" r:id="rId4"/>
    <p:sldId id="258" r:id="rId5"/>
    <p:sldId id="260" r:id="rId6"/>
    <p:sldId id="266" r:id="rId7"/>
    <p:sldId id="259" r:id="rId8"/>
    <p:sldId id="270" r:id="rId9"/>
    <p:sldId id="267" r:id="rId10"/>
    <p:sldId id="271" r:id="rId11"/>
    <p:sldId id="272" r:id="rId12"/>
    <p:sldId id="261" r:id="rId13"/>
    <p:sldId id="263" r:id="rId14"/>
    <p:sldId id="264" r:id="rId15"/>
    <p:sldId id="265" r:id="rId16"/>
    <p:sldId id="268" r:id="rId17"/>
    <p:sldId id="269" r:id="rId18"/>
  </p:sldIdLst>
  <p:sldSz cx="12192000" cy="6858000"/>
  <p:notesSz cx="6858000" cy="9144000"/>
  <p:defaultTextStyle>
    <a:defPPr>
      <a:defRPr lang="en-E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64"/>
    <p:restoredTop sz="94682"/>
  </p:normalViewPr>
  <p:slideViewPr>
    <p:cSldViewPr snapToGrid="0">
      <p:cViewPr>
        <p:scale>
          <a:sx n="110" d="100"/>
          <a:sy n="110" d="100"/>
        </p:scale>
        <p:origin x="536" y="3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3" Type="http://schemas.openxmlformats.org/officeDocument/2006/relationships/slideMaster" Target="slideMasters/slideMaster3.xml"/><Relationship Id="rId21" Type="http://schemas.openxmlformats.org/officeDocument/2006/relationships/viewProps" Target="view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3164DFE-32D4-4637-AEE1-13FBFFB2951A}" type="doc">
      <dgm:prSet loTypeId="urn:microsoft.com/office/officeart/2005/8/layout/vList2" loCatId="list" qsTypeId="urn:microsoft.com/office/officeart/2005/8/quickstyle/simple2" qsCatId="simple" csTypeId="urn:microsoft.com/office/officeart/2005/8/colors/colorful2" csCatId="colorful"/>
      <dgm:spPr/>
      <dgm:t>
        <a:bodyPr/>
        <a:lstStyle/>
        <a:p>
          <a:endParaRPr lang="en-US"/>
        </a:p>
      </dgm:t>
    </dgm:pt>
    <dgm:pt modelId="{3C331F05-37F1-4A3B-9E1B-0A4804CA2708}">
      <dgm:prSet/>
      <dgm:spPr/>
      <dgm:t>
        <a:bodyPr/>
        <a:lstStyle/>
        <a:p>
          <a:r>
            <a:rPr lang="en-US"/>
            <a:t>Data collection from financial markets.</a:t>
          </a:r>
        </a:p>
      </dgm:t>
    </dgm:pt>
    <dgm:pt modelId="{3DDA2FA6-9EA4-46E0-BD4F-B224FF925966}" type="parTrans" cxnId="{EF5A23F1-FAC8-4BC1-91B9-7590D6D5BFB2}">
      <dgm:prSet/>
      <dgm:spPr/>
      <dgm:t>
        <a:bodyPr/>
        <a:lstStyle/>
        <a:p>
          <a:endParaRPr lang="en-US"/>
        </a:p>
      </dgm:t>
    </dgm:pt>
    <dgm:pt modelId="{13B4DB77-50A1-48F1-806B-1F15817CED88}" type="sibTrans" cxnId="{EF5A23F1-FAC8-4BC1-91B9-7590D6D5BFB2}">
      <dgm:prSet/>
      <dgm:spPr/>
      <dgm:t>
        <a:bodyPr/>
        <a:lstStyle/>
        <a:p>
          <a:endParaRPr lang="en-US"/>
        </a:p>
      </dgm:t>
    </dgm:pt>
    <dgm:pt modelId="{C92AAA4C-569A-4908-9E37-7667BF1E5690}">
      <dgm:prSet/>
      <dgm:spPr/>
      <dgm:t>
        <a:bodyPr/>
        <a:lstStyle/>
        <a:p>
          <a:r>
            <a:rPr lang="en-US"/>
            <a:t>Prediction and signal generation.</a:t>
          </a:r>
        </a:p>
      </dgm:t>
    </dgm:pt>
    <dgm:pt modelId="{3D451DD4-635A-4971-9F54-F52CBF661010}" type="parTrans" cxnId="{064F3245-8831-4EAA-B434-E0CC8203FDD9}">
      <dgm:prSet/>
      <dgm:spPr/>
      <dgm:t>
        <a:bodyPr/>
        <a:lstStyle/>
        <a:p>
          <a:endParaRPr lang="en-US"/>
        </a:p>
      </dgm:t>
    </dgm:pt>
    <dgm:pt modelId="{ABF1952C-C2C5-461A-BB96-DFA2E162322C}" type="sibTrans" cxnId="{064F3245-8831-4EAA-B434-E0CC8203FDD9}">
      <dgm:prSet/>
      <dgm:spPr/>
      <dgm:t>
        <a:bodyPr/>
        <a:lstStyle/>
        <a:p>
          <a:endParaRPr lang="en-US"/>
        </a:p>
      </dgm:t>
    </dgm:pt>
    <dgm:pt modelId="{AD3C95CC-0871-48AC-90E8-3A5F4E12F432}">
      <dgm:prSet/>
      <dgm:spPr/>
      <dgm:t>
        <a:bodyPr/>
        <a:lstStyle/>
        <a:p>
          <a:r>
            <a:rPr lang="en-US"/>
            <a:t>Trader approval before execution.</a:t>
          </a:r>
        </a:p>
      </dgm:t>
    </dgm:pt>
    <dgm:pt modelId="{A75C65C6-8F2F-4D45-978A-52BB870F7685}" type="parTrans" cxnId="{1DF4ECB7-E84A-4785-B2AA-2D0B1672B61B}">
      <dgm:prSet/>
      <dgm:spPr/>
      <dgm:t>
        <a:bodyPr/>
        <a:lstStyle/>
        <a:p>
          <a:endParaRPr lang="en-US"/>
        </a:p>
      </dgm:t>
    </dgm:pt>
    <dgm:pt modelId="{4AEA5791-91C7-41F7-8EC1-1B57042646B7}" type="sibTrans" cxnId="{1DF4ECB7-E84A-4785-B2AA-2D0B1672B61B}">
      <dgm:prSet/>
      <dgm:spPr/>
      <dgm:t>
        <a:bodyPr/>
        <a:lstStyle/>
        <a:p>
          <a:endParaRPr lang="en-US"/>
        </a:p>
      </dgm:t>
    </dgm:pt>
    <dgm:pt modelId="{EC7548B4-AAA0-4727-B948-4FB2199F08BC}">
      <dgm:prSet/>
      <dgm:spPr/>
      <dgm:t>
        <a:bodyPr/>
        <a:lstStyle/>
        <a:p>
          <a:r>
            <a:rPr lang="en-US"/>
            <a:t>Web-based interactive interface.</a:t>
          </a:r>
        </a:p>
      </dgm:t>
    </dgm:pt>
    <dgm:pt modelId="{CBA9B596-DF29-41DE-9FAE-54A5DC7CA98A}" type="parTrans" cxnId="{8371E748-48B9-4595-8774-419A71708398}">
      <dgm:prSet/>
      <dgm:spPr/>
      <dgm:t>
        <a:bodyPr/>
        <a:lstStyle/>
        <a:p>
          <a:endParaRPr lang="en-US"/>
        </a:p>
      </dgm:t>
    </dgm:pt>
    <dgm:pt modelId="{40896BF1-C470-4241-A277-9C2152147F06}" type="sibTrans" cxnId="{8371E748-48B9-4595-8774-419A71708398}">
      <dgm:prSet/>
      <dgm:spPr/>
      <dgm:t>
        <a:bodyPr/>
        <a:lstStyle/>
        <a:p>
          <a:endParaRPr lang="en-US"/>
        </a:p>
      </dgm:t>
    </dgm:pt>
    <dgm:pt modelId="{565E2827-919F-154F-BCFC-1F734022491B}" type="pres">
      <dgm:prSet presAssocID="{E3164DFE-32D4-4637-AEE1-13FBFFB2951A}" presName="linear" presStyleCnt="0">
        <dgm:presLayoutVars>
          <dgm:animLvl val="lvl"/>
          <dgm:resizeHandles val="exact"/>
        </dgm:presLayoutVars>
      </dgm:prSet>
      <dgm:spPr/>
    </dgm:pt>
    <dgm:pt modelId="{592F4F55-D0FC-DA4E-900C-EAC65301BADB}" type="pres">
      <dgm:prSet presAssocID="{3C331F05-37F1-4A3B-9E1B-0A4804CA2708}" presName="parentText" presStyleLbl="node1" presStyleIdx="0" presStyleCnt="4">
        <dgm:presLayoutVars>
          <dgm:chMax val="0"/>
          <dgm:bulletEnabled val="1"/>
        </dgm:presLayoutVars>
      </dgm:prSet>
      <dgm:spPr/>
    </dgm:pt>
    <dgm:pt modelId="{E366D65A-F7EF-D041-B3D5-5B3C483B4EC4}" type="pres">
      <dgm:prSet presAssocID="{13B4DB77-50A1-48F1-806B-1F15817CED88}" presName="spacer" presStyleCnt="0"/>
      <dgm:spPr/>
    </dgm:pt>
    <dgm:pt modelId="{328D6AD8-DE62-0744-A4AC-E0E26F7595AC}" type="pres">
      <dgm:prSet presAssocID="{C92AAA4C-569A-4908-9E37-7667BF1E5690}" presName="parentText" presStyleLbl="node1" presStyleIdx="1" presStyleCnt="4">
        <dgm:presLayoutVars>
          <dgm:chMax val="0"/>
          <dgm:bulletEnabled val="1"/>
        </dgm:presLayoutVars>
      </dgm:prSet>
      <dgm:spPr/>
    </dgm:pt>
    <dgm:pt modelId="{0AE367C0-BA8E-BC48-9F9F-4AC4C73C3CD0}" type="pres">
      <dgm:prSet presAssocID="{ABF1952C-C2C5-461A-BB96-DFA2E162322C}" presName="spacer" presStyleCnt="0"/>
      <dgm:spPr/>
    </dgm:pt>
    <dgm:pt modelId="{19E2B445-98A3-F441-A68B-1AA1FFE02696}" type="pres">
      <dgm:prSet presAssocID="{AD3C95CC-0871-48AC-90E8-3A5F4E12F432}" presName="parentText" presStyleLbl="node1" presStyleIdx="2" presStyleCnt="4">
        <dgm:presLayoutVars>
          <dgm:chMax val="0"/>
          <dgm:bulletEnabled val="1"/>
        </dgm:presLayoutVars>
      </dgm:prSet>
      <dgm:spPr/>
    </dgm:pt>
    <dgm:pt modelId="{6F6751AD-B7BF-694E-A71B-6908BBD1280A}" type="pres">
      <dgm:prSet presAssocID="{4AEA5791-91C7-41F7-8EC1-1B57042646B7}" presName="spacer" presStyleCnt="0"/>
      <dgm:spPr/>
    </dgm:pt>
    <dgm:pt modelId="{F43BC719-D0DF-E046-868F-C032ABAD1A44}" type="pres">
      <dgm:prSet presAssocID="{EC7548B4-AAA0-4727-B948-4FB2199F08BC}" presName="parentText" presStyleLbl="node1" presStyleIdx="3" presStyleCnt="4">
        <dgm:presLayoutVars>
          <dgm:chMax val="0"/>
          <dgm:bulletEnabled val="1"/>
        </dgm:presLayoutVars>
      </dgm:prSet>
      <dgm:spPr/>
    </dgm:pt>
  </dgm:ptLst>
  <dgm:cxnLst>
    <dgm:cxn modelId="{31673809-D216-264C-88BB-9ABEFFB880D3}" type="presOf" srcId="{E3164DFE-32D4-4637-AEE1-13FBFFB2951A}" destId="{565E2827-919F-154F-BCFC-1F734022491B}" srcOrd="0" destOrd="0" presId="urn:microsoft.com/office/officeart/2005/8/layout/vList2"/>
    <dgm:cxn modelId="{4FADE62D-78FC-3F48-8953-B8928D47A608}" type="presOf" srcId="{AD3C95CC-0871-48AC-90E8-3A5F4E12F432}" destId="{19E2B445-98A3-F441-A68B-1AA1FFE02696}" srcOrd="0" destOrd="0" presId="urn:microsoft.com/office/officeart/2005/8/layout/vList2"/>
    <dgm:cxn modelId="{7B757E43-D1E4-524E-A33C-882134E7839D}" type="presOf" srcId="{C92AAA4C-569A-4908-9E37-7667BF1E5690}" destId="{328D6AD8-DE62-0744-A4AC-E0E26F7595AC}" srcOrd="0" destOrd="0" presId="urn:microsoft.com/office/officeart/2005/8/layout/vList2"/>
    <dgm:cxn modelId="{064F3245-8831-4EAA-B434-E0CC8203FDD9}" srcId="{E3164DFE-32D4-4637-AEE1-13FBFFB2951A}" destId="{C92AAA4C-569A-4908-9E37-7667BF1E5690}" srcOrd="1" destOrd="0" parTransId="{3D451DD4-635A-4971-9F54-F52CBF661010}" sibTransId="{ABF1952C-C2C5-461A-BB96-DFA2E162322C}"/>
    <dgm:cxn modelId="{8371E748-48B9-4595-8774-419A71708398}" srcId="{E3164DFE-32D4-4637-AEE1-13FBFFB2951A}" destId="{EC7548B4-AAA0-4727-B948-4FB2199F08BC}" srcOrd="3" destOrd="0" parTransId="{CBA9B596-DF29-41DE-9FAE-54A5DC7CA98A}" sibTransId="{40896BF1-C470-4241-A277-9C2152147F06}"/>
    <dgm:cxn modelId="{1DF4ECB7-E84A-4785-B2AA-2D0B1672B61B}" srcId="{E3164DFE-32D4-4637-AEE1-13FBFFB2951A}" destId="{AD3C95CC-0871-48AC-90E8-3A5F4E12F432}" srcOrd="2" destOrd="0" parTransId="{A75C65C6-8F2F-4D45-978A-52BB870F7685}" sibTransId="{4AEA5791-91C7-41F7-8EC1-1B57042646B7}"/>
    <dgm:cxn modelId="{B3B7E6DD-3D21-C24B-9066-01DF74BE3319}" type="presOf" srcId="{3C331F05-37F1-4A3B-9E1B-0A4804CA2708}" destId="{592F4F55-D0FC-DA4E-900C-EAC65301BADB}" srcOrd="0" destOrd="0" presId="urn:microsoft.com/office/officeart/2005/8/layout/vList2"/>
    <dgm:cxn modelId="{97D367E5-126B-E746-B7BB-F9AA87116735}" type="presOf" srcId="{EC7548B4-AAA0-4727-B948-4FB2199F08BC}" destId="{F43BC719-D0DF-E046-868F-C032ABAD1A44}" srcOrd="0" destOrd="0" presId="urn:microsoft.com/office/officeart/2005/8/layout/vList2"/>
    <dgm:cxn modelId="{EF5A23F1-FAC8-4BC1-91B9-7590D6D5BFB2}" srcId="{E3164DFE-32D4-4637-AEE1-13FBFFB2951A}" destId="{3C331F05-37F1-4A3B-9E1B-0A4804CA2708}" srcOrd="0" destOrd="0" parTransId="{3DDA2FA6-9EA4-46E0-BD4F-B224FF925966}" sibTransId="{13B4DB77-50A1-48F1-806B-1F15817CED88}"/>
    <dgm:cxn modelId="{3DF5516B-C969-6C46-94D1-96FA5260DFBE}" type="presParOf" srcId="{565E2827-919F-154F-BCFC-1F734022491B}" destId="{592F4F55-D0FC-DA4E-900C-EAC65301BADB}" srcOrd="0" destOrd="0" presId="urn:microsoft.com/office/officeart/2005/8/layout/vList2"/>
    <dgm:cxn modelId="{38BDFEEC-0AA7-E84A-8587-B34086B8866E}" type="presParOf" srcId="{565E2827-919F-154F-BCFC-1F734022491B}" destId="{E366D65A-F7EF-D041-B3D5-5B3C483B4EC4}" srcOrd="1" destOrd="0" presId="urn:microsoft.com/office/officeart/2005/8/layout/vList2"/>
    <dgm:cxn modelId="{FAFB4D9B-ADA3-1C4B-BB3A-CE338E359CC3}" type="presParOf" srcId="{565E2827-919F-154F-BCFC-1F734022491B}" destId="{328D6AD8-DE62-0744-A4AC-E0E26F7595AC}" srcOrd="2" destOrd="0" presId="urn:microsoft.com/office/officeart/2005/8/layout/vList2"/>
    <dgm:cxn modelId="{53672FB5-9855-AC4C-B9B8-3A407072807C}" type="presParOf" srcId="{565E2827-919F-154F-BCFC-1F734022491B}" destId="{0AE367C0-BA8E-BC48-9F9F-4AC4C73C3CD0}" srcOrd="3" destOrd="0" presId="urn:microsoft.com/office/officeart/2005/8/layout/vList2"/>
    <dgm:cxn modelId="{E9DA3DBF-991E-574F-A4B8-FF1530226A61}" type="presParOf" srcId="{565E2827-919F-154F-BCFC-1F734022491B}" destId="{19E2B445-98A3-F441-A68B-1AA1FFE02696}" srcOrd="4" destOrd="0" presId="urn:microsoft.com/office/officeart/2005/8/layout/vList2"/>
    <dgm:cxn modelId="{0E6A4FF0-0E1E-524F-B55C-AABF82988322}" type="presParOf" srcId="{565E2827-919F-154F-BCFC-1F734022491B}" destId="{6F6751AD-B7BF-694E-A71B-6908BBD1280A}" srcOrd="5" destOrd="0" presId="urn:microsoft.com/office/officeart/2005/8/layout/vList2"/>
    <dgm:cxn modelId="{3C4EC613-98D6-0C4E-BF8C-C39500C3E194}" type="presParOf" srcId="{565E2827-919F-154F-BCFC-1F734022491B}" destId="{F43BC719-D0DF-E046-868F-C032ABAD1A44}"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5E2D08D-6267-4A9F-92CB-EEFD5E9EA6F4}"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0C5C2168-0A54-4045-8A64-B369DE988A25}">
      <dgm:prSet/>
      <dgm:spPr/>
      <dgm:t>
        <a:bodyPr/>
        <a:lstStyle/>
        <a:p>
          <a:r>
            <a:rPr lang="en-US" b="1"/>
            <a:t>Functional Requirements:</a:t>
          </a:r>
          <a:endParaRPr lang="en-US"/>
        </a:p>
      </dgm:t>
    </dgm:pt>
    <dgm:pt modelId="{38952BB0-7665-48A5-A32C-EE576C619B30}" type="parTrans" cxnId="{74414424-7ADE-4A42-8C96-93E7C1C35DCF}">
      <dgm:prSet/>
      <dgm:spPr/>
      <dgm:t>
        <a:bodyPr/>
        <a:lstStyle/>
        <a:p>
          <a:endParaRPr lang="en-US"/>
        </a:p>
      </dgm:t>
    </dgm:pt>
    <dgm:pt modelId="{844F8BBF-1659-46D6-AC11-67CFDD714FEB}" type="sibTrans" cxnId="{74414424-7ADE-4A42-8C96-93E7C1C35DCF}">
      <dgm:prSet/>
      <dgm:spPr/>
      <dgm:t>
        <a:bodyPr/>
        <a:lstStyle/>
        <a:p>
          <a:endParaRPr lang="en-US"/>
        </a:p>
      </dgm:t>
    </dgm:pt>
    <dgm:pt modelId="{0D0C2B56-1913-4CCA-8EDC-495C2FB0428E}">
      <dgm:prSet/>
      <dgm:spPr/>
      <dgm:t>
        <a:bodyPr/>
        <a:lstStyle/>
        <a:p>
          <a:r>
            <a:rPr lang="en-US"/>
            <a:t>The system shall collect and store historical market data.</a:t>
          </a:r>
        </a:p>
      </dgm:t>
    </dgm:pt>
    <dgm:pt modelId="{237C0665-9BFA-4EFC-95DA-84FC641B96C5}" type="parTrans" cxnId="{00E023BB-FD62-4F03-ACD0-0609056D068F}">
      <dgm:prSet/>
      <dgm:spPr/>
      <dgm:t>
        <a:bodyPr/>
        <a:lstStyle/>
        <a:p>
          <a:endParaRPr lang="en-US"/>
        </a:p>
      </dgm:t>
    </dgm:pt>
    <dgm:pt modelId="{02A7C866-345F-4690-85C2-50A35C25FF83}" type="sibTrans" cxnId="{00E023BB-FD62-4F03-ACD0-0609056D068F}">
      <dgm:prSet/>
      <dgm:spPr/>
      <dgm:t>
        <a:bodyPr/>
        <a:lstStyle/>
        <a:p>
          <a:endParaRPr lang="en-US"/>
        </a:p>
      </dgm:t>
    </dgm:pt>
    <dgm:pt modelId="{AB35AF8E-9E5F-4702-8642-99867E1163AE}">
      <dgm:prSet/>
      <dgm:spPr/>
      <dgm:t>
        <a:bodyPr/>
        <a:lstStyle/>
        <a:p>
          <a:r>
            <a:rPr lang="en-US"/>
            <a:t>The system shall analyze data and generate Buy/Sell trading signals.</a:t>
          </a:r>
        </a:p>
      </dgm:t>
    </dgm:pt>
    <dgm:pt modelId="{4656ECC5-E915-41D1-9F21-485BB2D0FE39}" type="parTrans" cxnId="{3B16074C-0705-4657-9412-572B2E792A55}">
      <dgm:prSet/>
      <dgm:spPr/>
      <dgm:t>
        <a:bodyPr/>
        <a:lstStyle/>
        <a:p>
          <a:endParaRPr lang="en-US"/>
        </a:p>
      </dgm:t>
    </dgm:pt>
    <dgm:pt modelId="{83D1018F-BC2E-4805-9B46-DA4CD4BF6E59}" type="sibTrans" cxnId="{3B16074C-0705-4657-9412-572B2E792A55}">
      <dgm:prSet/>
      <dgm:spPr/>
      <dgm:t>
        <a:bodyPr/>
        <a:lstStyle/>
        <a:p>
          <a:endParaRPr lang="en-US"/>
        </a:p>
      </dgm:t>
    </dgm:pt>
    <dgm:pt modelId="{63C83BC1-070F-49DF-8829-949CD224504E}">
      <dgm:prSet/>
      <dgm:spPr/>
      <dgm:t>
        <a:bodyPr/>
        <a:lstStyle/>
        <a:p>
          <a:r>
            <a:rPr lang="en-US"/>
            <a:t>The system shall allow the trader to review and approve signals before execution.</a:t>
          </a:r>
        </a:p>
      </dgm:t>
    </dgm:pt>
    <dgm:pt modelId="{38BF299E-6C67-4829-9042-0589573A3EA5}" type="parTrans" cxnId="{614ACFB1-FFDF-4830-8889-424E61A31091}">
      <dgm:prSet/>
      <dgm:spPr/>
      <dgm:t>
        <a:bodyPr/>
        <a:lstStyle/>
        <a:p>
          <a:endParaRPr lang="en-US"/>
        </a:p>
      </dgm:t>
    </dgm:pt>
    <dgm:pt modelId="{AB9F4513-EC0B-4FE8-B0DB-0656195FBDAF}" type="sibTrans" cxnId="{614ACFB1-FFDF-4830-8889-424E61A31091}">
      <dgm:prSet/>
      <dgm:spPr/>
      <dgm:t>
        <a:bodyPr/>
        <a:lstStyle/>
        <a:p>
          <a:endParaRPr lang="en-US"/>
        </a:p>
      </dgm:t>
    </dgm:pt>
    <dgm:pt modelId="{76483DF0-E221-4634-A19A-D081B9AEC0F7}">
      <dgm:prSet/>
      <dgm:spPr/>
      <dgm:t>
        <a:bodyPr/>
        <a:lstStyle/>
        <a:p>
          <a:r>
            <a:rPr lang="en-US"/>
            <a:t>The system shall provide a web-based user interface for interaction.</a:t>
          </a:r>
        </a:p>
      </dgm:t>
    </dgm:pt>
    <dgm:pt modelId="{F43D48EF-206D-47D2-AD2D-9D388AA4005B}" type="parTrans" cxnId="{2A3D3DF1-42E3-41CC-9FE4-D5F3A90CDE44}">
      <dgm:prSet/>
      <dgm:spPr/>
      <dgm:t>
        <a:bodyPr/>
        <a:lstStyle/>
        <a:p>
          <a:endParaRPr lang="en-US"/>
        </a:p>
      </dgm:t>
    </dgm:pt>
    <dgm:pt modelId="{F340F3F9-B472-495C-B43F-7BAE594E434A}" type="sibTrans" cxnId="{2A3D3DF1-42E3-41CC-9FE4-D5F3A90CDE44}">
      <dgm:prSet/>
      <dgm:spPr/>
      <dgm:t>
        <a:bodyPr/>
        <a:lstStyle/>
        <a:p>
          <a:endParaRPr lang="en-US"/>
        </a:p>
      </dgm:t>
    </dgm:pt>
    <dgm:pt modelId="{D856F05F-C0CE-4AF7-9D27-F388DCEC799D}">
      <dgm:prSet/>
      <dgm:spPr/>
      <dgm:t>
        <a:bodyPr/>
        <a:lstStyle/>
        <a:p>
          <a:r>
            <a:rPr lang="en-US"/>
            <a:t>The system shall display prediction results in a clear and understandable form.</a:t>
          </a:r>
        </a:p>
      </dgm:t>
    </dgm:pt>
    <dgm:pt modelId="{29E7E2B7-BE52-40D0-A0E2-56EA3DD4B7B9}" type="parTrans" cxnId="{06B43859-494F-4218-873C-D9A116AA104D}">
      <dgm:prSet/>
      <dgm:spPr/>
      <dgm:t>
        <a:bodyPr/>
        <a:lstStyle/>
        <a:p>
          <a:endParaRPr lang="en-US"/>
        </a:p>
      </dgm:t>
    </dgm:pt>
    <dgm:pt modelId="{26B3BEA5-DEA0-4253-8F49-BA9F4B567158}" type="sibTrans" cxnId="{06B43859-494F-4218-873C-D9A116AA104D}">
      <dgm:prSet/>
      <dgm:spPr/>
      <dgm:t>
        <a:bodyPr/>
        <a:lstStyle/>
        <a:p>
          <a:endParaRPr lang="en-US"/>
        </a:p>
      </dgm:t>
    </dgm:pt>
    <dgm:pt modelId="{342B3F62-2AC8-4264-9C9F-5BD4526B8EBD}">
      <dgm:prSet/>
      <dgm:spPr/>
      <dgm:t>
        <a:bodyPr/>
        <a:lstStyle/>
        <a:p>
          <a:r>
            <a:rPr lang="en-US" b="1"/>
            <a:t>Non-Functional Requirements:</a:t>
          </a:r>
          <a:endParaRPr lang="en-US"/>
        </a:p>
      </dgm:t>
    </dgm:pt>
    <dgm:pt modelId="{8D318E00-315D-4E17-9541-01ED7B6F9BAD}" type="parTrans" cxnId="{DD961ACE-7038-42F5-8D53-8C02C18B3097}">
      <dgm:prSet/>
      <dgm:spPr/>
      <dgm:t>
        <a:bodyPr/>
        <a:lstStyle/>
        <a:p>
          <a:endParaRPr lang="en-US"/>
        </a:p>
      </dgm:t>
    </dgm:pt>
    <dgm:pt modelId="{57FAA1D6-6C4A-4272-83F0-3C6F3912BDB9}" type="sibTrans" cxnId="{DD961ACE-7038-42F5-8D53-8C02C18B3097}">
      <dgm:prSet/>
      <dgm:spPr/>
      <dgm:t>
        <a:bodyPr/>
        <a:lstStyle/>
        <a:p>
          <a:endParaRPr lang="en-US"/>
        </a:p>
      </dgm:t>
    </dgm:pt>
    <dgm:pt modelId="{3E5B5394-A567-479E-9B9E-9FD69AAEB98F}">
      <dgm:prSet/>
      <dgm:spPr/>
      <dgm:t>
        <a:bodyPr/>
        <a:lstStyle/>
        <a:p>
          <a:r>
            <a:rPr lang="en-US"/>
            <a:t>The system shall provide accurate and reliable predictions.</a:t>
          </a:r>
        </a:p>
      </dgm:t>
    </dgm:pt>
    <dgm:pt modelId="{2A79FC9E-6DEF-43B5-BFEB-34ED55EC1E2F}" type="parTrans" cxnId="{EDF672E2-5F35-480B-B9CA-A9CAC89B93FA}">
      <dgm:prSet/>
      <dgm:spPr/>
      <dgm:t>
        <a:bodyPr/>
        <a:lstStyle/>
        <a:p>
          <a:endParaRPr lang="en-US"/>
        </a:p>
      </dgm:t>
    </dgm:pt>
    <dgm:pt modelId="{6AD326A0-28CB-4C4B-BC56-D53BEDC7AADD}" type="sibTrans" cxnId="{EDF672E2-5F35-480B-B9CA-A9CAC89B93FA}">
      <dgm:prSet/>
      <dgm:spPr/>
      <dgm:t>
        <a:bodyPr/>
        <a:lstStyle/>
        <a:p>
          <a:endParaRPr lang="en-US"/>
        </a:p>
      </dgm:t>
    </dgm:pt>
    <dgm:pt modelId="{3037418B-3302-47DC-98D7-7389279387DD}">
      <dgm:prSet/>
      <dgm:spPr/>
      <dgm:t>
        <a:bodyPr/>
        <a:lstStyle/>
        <a:p>
          <a:r>
            <a:rPr lang="en-US"/>
            <a:t>The system shall respond quickly to user actions.</a:t>
          </a:r>
        </a:p>
      </dgm:t>
    </dgm:pt>
    <dgm:pt modelId="{5FFC6BB2-2B70-4AC0-B103-C1FCBFC50F62}" type="parTrans" cxnId="{7B533BC1-B030-403A-B4B3-3824F7D45C93}">
      <dgm:prSet/>
      <dgm:spPr/>
      <dgm:t>
        <a:bodyPr/>
        <a:lstStyle/>
        <a:p>
          <a:endParaRPr lang="en-US"/>
        </a:p>
      </dgm:t>
    </dgm:pt>
    <dgm:pt modelId="{5AA5B3F0-C5EB-419D-A1BE-85850B17DEDC}" type="sibTrans" cxnId="{7B533BC1-B030-403A-B4B3-3824F7D45C93}">
      <dgm:prSet/>
      <dgm:spPr/>
      <dgm:t>
        <a:bodyPr/>
        <a:lstStyle/>
        <a:p>
          <a:endParaRPr lang="en-US"/>
        </a:p>
      </dgm:t>
    </dgm:pt>
    <dgm:pt modelId="{054ACD26-46CD-48FE-98B5-F6DA8C3FE26F}">
      <dgm:prSet/>
      <dgm:spPr/>
      <dgm:t>
        <a:bodyPr/>
        <a:lstStyle/>
        <a:p>
          <a:r>
            <a:rPr lang="en-US"/>
            <a:t>The system shall be easy to use, even for non-technical traders.</a:t>
          </a:r>
        </a:p>
      </dgm:t>
    </dgm:pt>
    <dgm:pt modelId="{FF1FCAD4-ADF3-4E0E-8F10-69188D526613}" type="parTrans" cxnId="{DECB2C6E-CD6A-4B61-B3A3-09760D249B34}">
      <dgm:prSet/>
      <dgm:spPr/>
      <dgm:t>
        <a:bodyPr/>
        <a:lstStyle/>
        <a:p>
          <a:endParaRPr lang="en-US"/>
        </a:p>
      </dgm:t>
    </dgm:pt>
    <dgm:pt modelId="{2F7169BA-43BB-4E7E-A54A-90E8510D24A8}" type="sibTrans" cxnId="{DECB2C6E-CD6A-4B61-B3A3-09760D249B34}">
      <dgm:prSet/>
      <dgm:spPr/>
      <dgm:t>
        <a:bodyPr/>
        <a:lstStyle/>
        <a:p>
          <a:endParaRPr lang="en-US"/>
        </a:p>
      </dgm:t>
    </dgm:pt>
    <dgm:pt modelId="{71A3265B-9FB4-4C2D-B36C-55EB02875395}">
      <dgm:prSet/>
      <dgm:spPr/>
      <dgm:t>
        <a:bodyPr/>
        <a:lstStyle/>
        <a:p>
          <a:r>
            <a:rPr lang="en-US"/>
            <a:t>The system shall ensure data security and system reliability.</a:t>
          </a:r>
        </a:p>
      </dgm:t>
    </dgm:pt>
    <dgm:pt modelId="{92CB9AA5-672C-4BE1-B92C-6AFB35364F6C}" type="parTrans" cxnId="{485834BB-C9D9-4311-9F28-9E34A31D2CE7}">
      <dgm:prSet/>
      <dgm:spPr/>
      <dgm:t>
        <a:bodyPr/>
        <a:lstStyle/>
        <a:p>
          <a:endParaRPr lang="en-US"/>
        </a:p>
      </dgm:t>
    </dgm:pt>
    <dgm:pt modelId="{BBCA88C1-D9AF-4FF9-9BC7-5A8E21A6C165}" type="sibTrans" cxnId="{485834BB-C9D9-4311-9F28-9E34A31D2CE7}">
      <dgm:prSet/>
      <dgm:spPr/>
      <dgm:t>
        <a:bodyPr/>
        <a:lstStyle/>
        <a:p>
          <a:endParaRPr lang="en-US"/>
        </a:p>
      </dgm:t>
    </dgm:pt>
    <dgm:pt modelId="{3228B52B-E643-1240-B863-CF9E5CC2C7AD}" type="pres">
      <dgm:prSet presAssocID="{05E2D08D-6267-4A9F-92CB-EEFD5E9EA6F4}" presName="vert0" presStyleCnt="0">
        <dgm:presLayoutVars>
          <dgm:dir/>
          <dgm:animOne val="branch"/>
          <dgm:animLvl val="lvl"/>
        </dgm:presLayoutVars>
      </dgm:prSet>
      <dgm:spPr/>
    </dgm:pt>
    <dgm:pt modelId="{5F81CC75-61C0-E447-9BC9-C7DF90D53417}" type="pres">
      <dgm:prSet presAssocID="{0C5C2168-0A54-4045-8A64-B369DE988A25}" presName="thickLine" presStyleLbl="alignNode1" presStyleIdx="0" presStyleCnt="2"/>
      <dgm:spPr/>
    </dgm:pt>
    <dgm:pt modelId="{63F64941-6431-8540-BE30-4E484DC6BAD9}" type="pres">
      <dgm:prSet presAssocID="{0C5C2168-0A54-4045-8A64-B369DE988A25}" presName="horz1" presStyleCnt="0"/>
      <dgm:spPr/>
    </dgm:pt>
    <dgm:pt modelId="{40A11DCD-9DA0-7D47-93F0-44D253D30828}" type="pres">
      <dgm:prSet presAssocID="{0C5C2168-0A54-4045-8A64-B369DE988A25}" presName="tx1" presStyleLbl="revTx" presStyleIdx="0" presStyleCnt="11"/>
      <dgm:spPr/>
    </dgm:pt>
    <dgm:pt modelId="{AE887808-2E13-FD4A-A0ED-38BA2DEC41AB}" type="pres">
      <dgm:prSet presAssocID="{0C5C2168-0A54-4045-8A64-B369DE988A25}" presName="vert1" presStyleCnt="0"/>
      <dgm:spPr/>
    </dgm:pt>
    <dgm:pt modelId="{5BF95FE7-5068-0843-BD2C-6508C43C4871}" type="pres">
      <dgm:prSet presAssocID="{0D0C2B56-1913-4CCA-8EDC-495C2FB0428E}" presName="vertSpace2a" presStyleCnt="0"/>
      <dgm:spPr/>
    </dgm:pt>
    <dgm:pt modelId="{F3F4D309-F1B1-994D-BB8E-0AF0C12FA004}" type="pres">
      <dgm:prSet presAssocID="{0D0C2B56-1913-4CCA-8EDC-495C2FB0428E}" presName="horz2" presStyleCnt="0"/>
      <dgm:spPr/>
    </dgm:pt>
    <dgm:pt modelId="{04E555C5-AE3B-9445-BCA1-FDDB7CC50FB0}" type="pres">
      <dgm:prSet presAssocID="{0D0C2B56-1913-4CCA-8EDC-495C2FB0428E}" presName="horzSpace2" presStyleCnt="0"/>
      <dgm:spPr/>
    </dgm:pt>
    <dgm:pt modelId="{44CD19A0-B0E3-814D-9914-69CFABDB2A4F}" type="pres">
      <dgm:prSet presAssocID="{0D0C2B56-1913-4CCA-8EDC-495C2FB0428E}" presName="tx2" presStyleLbl="revTx" presStyleIdx="1" presStyleCnt="11"/>
      <dgm:spPr/>
    </dgm:pt>
    <dgm:pt modelId="{C01F3862-BB13-8E4E-8F06-88C682D84D67}" type="pres">
      <dgm:prSet presAssocID="{0D0C2B56-1913-4CCA-8EDC-495C2FB0428E}" presName="vert2" presStyleCnt="0"/>
      <dgm:spPr/>
    </dgm:pt>
    <dgm:pt modelId="{DCEB6A8A-9014-0A4F-AE33-B1DE367C4740}" type="pres">
      <dgm:prSet presAssocID="{0D0C2B56-1913-4CCA-8EDC-495C2FB0428E}" presName="thinLine2b" presStyleLbl="callout" presStyleIdx="0" presStyleCnt="9"/>
      <dgm:spPr/>
    </dgm:pt>
    <dgm:pt modelId="{E3BC00C2-A6B3-DE43-96B0-09C7E91C87F8}" type="pres">
      <dgm:prSet presAssocID="{0D0C2B56-1913-4CCA-8EDC-495C2FB0428E}" presName="vertSpace2b" presStyleCnt="0"/>
      <dgm:spPr/>
    </dgm:pt>
    <dgm:pt modelId="{3EC3841C-5522-D34C-8FB9-88C77350FCE4}" type="pres">
      <dgm:prSet presAssocID="{AB35AF8E-9E5F-4702-8642-99867E1163AE}" presName="horz2" presStyleCnt="0"/>
      <dgm:spPr/>
    </dgm:pt>
    <dgm:pt modelId="{559B34D2-5643-6A42-89CD-A9F6ED8CBEA3}" type="pres">
      <dgm:prSet presAssocID="{AB35AF8E-9E5F-4702-8642-99867E1163AE}" presName="horzSpace2" presStyleCnt="0"/>
      <dgm:spPr/>
    </dgm:pt>
    <dgm:pt modelId="{69FD66A1-6BE9-004D-86B5-427038951FE6}" type="pres">
      <dgm:prSet presAssocID="{AB35AF8E-9E5F-4702-8642-99867E1163AE}" presName="tx2" presStyleLbl="revTx" presStyleIdx="2" presStyleCnt="11"/>
      <dgm:spPr/>
    </dgm:pt>
    <dgm:pt modelId="{3FC086BE-2A86-504A-800E-97A48307E291}" type="pres">
      <dgm:prSet presAssocID="{AB35AF8E-9E5F-4702-8642-99867E1163AE}" presName="vert2" presStyleCnt="0"/>
      <dgm:spPr/>
    </dgm:pt>
    <dgm:pt modelId="{630FBADB-7FF4-574B-8B4F-E5C94116CB26}" type="pres">
      <dgm:prSet presAssocID="{AB35AF8E-9E5F-4702-8642-99867E1163AE}" presName="thinLine2b" presStyleLbl="callout" presStyleIdx="1" presStyleCnt="9"/>
      <dgm:spPr/>
    </dgm:pt>
    <dgm:pt modelId="{0541F254-7976-0846-BF71-3818E9B4A5D3}" type="pres">
      <dgm:prSet presAssocID="{AB35AF8E-9E5F-4702-8642-99867E1163AE}" presName="vertSpace2b" presStyleCnt="0"/>
      <dgm:spPr/>
    </dgm:pt>
    <dgm:pt modelId="{214A2AD2-5009-A741-A62A-5F16DDABD94E}" type="pres">
      <dgm:prSet presAssocID="{63C83BC1-070F-49DF-8829-949CD224504E}" presName="horz2" presStyleCnt="0"/>
      <dgm:spPr/>
    </dgm:pt>
    <dgm:pt modelId="{9D8B4A02-5FE3-D44B-9EC2-60CD3F5CAC4A}" type="pres">
      <dgm:prSet presAssocID="{63C83BC1-070F-49DF-8829-949CD224504E}" presName="horzSpace2" presStyleCnt="0"/>
      <dgm:spPr/>
    </dgm:pt>
    <dgm:pt modelId="{7708BF96-9E56-0246-B71C-2E69F89D64CB}" type="pres">
      <dgm:prSet presAssocID="{63C83BC1-070F-49DF-8829-949CD224504E}" presName="tx2" presStyleLbl="revTx" presStyleIdx="3" presStyleCnt="11"/>
      <dgm:spPr/>
    </dgm:pt>
    <dgm:pt modelId="{953AD5BD-24D4-C642-A20E-45F6E51DB203}" type="pres">
      <dgm:prSet presAssocID="{63C83BC1-070F-49DF-8829-949CD224504E}" presName="vert2" presStyleCnt="0"/>
      <dgm:spPr/>
    </dgm:pt>
    <dgm:pt modelId="{44E32DAF-E566-AB48-ADE9-FB4C6A2A3B0A}" type="pres">
      <dgm:prSet presAssocID="{63C83BC1-070F-49DF-8829-949CD224504E}" presName="thinLine2b" presStyleLbl="callout" presStyleIdx="2" presStyleCnt="9"/>
      <dgm:spPr/>
    </dgm:pt>
    <dgm:pt modelId="{A30D8094-D458-A24F-9903-CFA29993990D}" type="pres">
      <dgm:prSet presAssocID="{63C83BC1-070F-49DF-8829-949CD224504E}" presName="vertSpace2b" presStyleCnt="0"/>
      <dgm:spPr/>
    </dgm:pt>
    <dgm:pt modelId="{089FE480-0F5D-DD41-86C5-15499D51DBF9}" type="pres">
      <dgm:prSet presAssocID="{76483DF0-E221-4634-A19A-D081B9AEC0F7}" presName="horz2" presStyleCnt="0"/>
      <dgm:spPr/>
    </dgm:pt>
    <dgm:pt modelId="{9A047C26-794B-3D48-B4F5-0E46B4B2918B}" type="pres">
      <dgm:prSet presAssocID="{76483DF0-E221-4634-A19A-D081B9AEC0F7}" presName="horzSpace2" presStyleCnt="0"/>
      <dgm:spPr/>
    </dgm:pt>
    <dgm:pt modelId="{B49D0867-37D3-874A-B320-A25FE8D1A334}" type="pres">
      <dgm:prSet presAssocID="{76483DF0-E221-4634-A19A-D081B9AEC0F7}" presName="tx2" presStyleLbl="revTx" presStyleIdx="4" presStyleCnt="11"/>
      <dgm:spPr/>
    </dgm:pt>
    <dgm:pt modelId="{2E864BF7-2F26-8646-99C0-0AB64DEB941B}" type="pres">
      <dgm:prSet presAssocID="{76483DF0-E221-4634-A19A-D081B9AEC0F7}" presName="vert2" presStyleCnt="0"/>
      <dgm:spPr/>
    </dgm:pt>
    <dgm:pt modelId="{7DD63E25-7E63-E74E-9B96-EF1C31F85A7A}" type="pres">
      <dgm:prSet presAssocID="{76483DF0-E221-4634-A19A-D081B9AEC0F7}" presName="thinLine2b" presStyleLbl="callout" presStyleIdx="3" presStyleCnt="9"/>
      <dgm:spPr/>
    </dgm:pt>
    <dgm:pt modelId="{9EBC106C-FD0E-A140-ADBA-719AF25D35A0}" type="pres">
      <dgm:prSet presAssocID="{76483DF0-E221-4634-A19A-D081B9AEC0F7}" presName="vertSpace2b" presStyleCnt="0"/>
      <dgm:spPr/>
    </dgm:pt>
    <dgm:pt modelId="{826C16D7-4373-5A49-8DA2-2CAE387D7C96}" type="pres">
      <dgm:prSet presAssocID="{D856F05F-C0CE-4AF7-9D27-F388DCEC799D}" presName="horz2" presStyleCnt="0"/>
      <dgm:spPr/>
    </dgm:pt>
    <dgm:pt modelId="{C784B9C3-B5CE-694E-A347-99DD30A61CA2}" type="pres">
      <dgm:prSet presAssocID="{D856F05F-C0CE-4AF7-9D27-F388DCEC799D}" presName="horzSpace2" presStyleCnt="0"/>
      <dgm:spPr/>
    </dgm:pt>
    <dgm:pt modelId="{712CFDA3-6812-D04D-BE64-D7F842F91150}" type="pres">
      <dgm:prSet presAssocID="{D856F05F-C0CE-4AF7-9D27-F388DCEC799D}" presName="tx2" presStyleLbl="revTx" presStyleIdx="5" presStyleCnt="11"/>
      <dgm:spPr/>
    </dgm:pt>
    <dgm:pt modelId="{83F2485F-55DC-BE4F-8C50-3FDBA423ACED}" type="pres">
      <dgm:prSet presAssocID="{D856F05F-C0CE-4AF7-9D27-F388DCEC799D}" presName="vert2" presStyleCnt="0"/>
      <dgm:spPr/>
    </dgm:pt>
    <dgm:pt modelId="{8A1E4517-64A1-4A43-A49E-FE34DD166C19}" type="pres">
      <dgm:prSet presAssocID="{D856F05F-C0CE-4AF7-9D27-F388DCEC799D}" presName="thinLine2b" presStyleLbl="callout" presStyleIdx="4" presStyleCnt="9"/>
      <dgm:spPr/>
    </dgm:pt>
    <dgm:pt modelId="{8B5C1323-157D-0B47-9517-AB524A3A31DB}" type="pres">
      <dgm:prSet presAssocID="{D856F05F-C0CE-4AF7-9D27-F388DCEC799D}" presName="vertSpace2b" presStyleCnt="0"/>
      <dgm:spPr/>
    </dgm:pt>
    <dgm:pt modelId="{21ED1515-BBBE-DD45-8826-66F7C6195807}" type="pres">
      <dgm:prSet presAssocID="{342B3F62-2AC8-4264-9C9F-5BD4526B8EBD}" presName="thickLine" presStyleLbl="alignNode1" presStyleIdx="1" presStyleCnt="2"/>
      <dgm:spPr/>
    </dgm:pt>
    <dgm:pt modelId="{5787A3A5-F0CA-E246-A757-88303D496E43}" type="pres">
      <dgm:prSet presAssocID="{342B3F62-2AC8-4264-9C9F-5BD4526B8EBD}" presName="horz1" presStyleCnt="0"/>
      <dgm:spPr/>
    </dgm:pt>
    <dgm:pt modelId="{C7F49E07-EC45-6940-92A4-6FF724864929}" type="pres">
      <dgm:prSet presAssocID="{342B3F62-2AC8-4264-9C9F-5BD4526B8EBD}" presName="tx1" presStyleLbl="revTx" presStyleIdx="6" presStyleCnt="11"/>
      <dgm:spPr/>
    </dgm:pt>
    <dgm:pt modelId="{189FCBDB-7898-CA4E-8FA0-3447A92C19D5}" type="pres">
      <dgm:prSet presAssocID="{342B3F62-2AC8-4264-9C9F-5BD4526B8EBD}" presName="vert1" presStyleCnt="0"/>
      <dgm:spPr/>
    </dgm:pt>
    <dgm:pt modelId="{E27A0BDC-ACAF-DD48-B0E2-7900F923C95D}" type="pres">
      <dgm:prSet presAssocID="{3E5B5394-A567-479E-9B9E-9FD69AAEB98F}" presName="vertSpace2a" presStyleCnt="0"/>
      <dgm:spPr/>
    </dgm:pt>
    <dgm:pt modelId="{F434DB8D-B22C-3B47-8EFB-C9C3540FFFD4}" type="pres">
      <dgm:prSet presAssocID="{3E5B5394-A567-479E-9B9E-9FD69AAEB98F}" presName="horz2" presStyleCnt="0"/>
      <dgm:spPr/>
    </dgm:pt>
    <dgm:pt modelId="{22D634F7-D3DA-FE4A-B155-9B78BCB809A2}" type="pres">
      <dgm:prSet presAssocID="{3E5B5394-A567-479E-9B9E-9FD69AAEB98F}" presName="horzSpace2" presStyleCnt="0"/>
      <dgm:spPr/>
    </dgm:pt>
    <dgm:pt modelId="{FA36B148-2A4C-9E4F-B404-E920ACE716C2}" type="pres">
      <dgm:prSet presAssocID="{3E5B5394-A567-479E-9B9E-9FD69AAEB98F}" presName="tx2" presStyleLbl="revTx" presStyleIdx="7" presStyleCnt="11"/>
      <dgm:spPr/>
    </dgm:pt>
    <dgm:pt modelId="{EB9265A9-36F0-0F42-80DA-BBFD2B76D035}" type="pres">
      <dgm:prSet presAssocID="{3E5B5394-A567-479E-9B9E-9FD69AAEB98F}" presName="vert2" presStyleCnt="0"/>
      <dgm:spPr/>
    </dgm:pt>
    <dgm:pt modelId="{E4AB19F5-1245-2C47-8498-8D04CA5D1DF2}" type="pres">
      <dgm:prSet presAssocID="{3E5B5394-A567-479E-9B9E-9FD69AAEB98F}" presName="thinLine2b" presStyleLbl="callout" presStyleIdx="5" presStyleCnt="9"/>
      <dgm:spPr/>
    </dgm:pt>
    <dgm:pt modelId="{DF9CCF17-9CEC-9C4B-B6D4-C56C4D1E2AF4}" type="pres">
      <dgm:prSet presAssocID="{3E5B5394-A567-479E-9B9E-9FD69AAEB98F}" presName="vertSpace2b" presStyleCnt="0"/>
      <dgm:spPr/>
    </dgm:pt>
    <dgm:pt modelId="{7F5D8D41-50DB-B147-911B-EDC1608A6050}" type="pres">
      <dgm:prSet presAssocID="{3037418B-3302-47DC-98D7-7389279387DD}" presName="horz2" presStyleCnt="0"/>
      <dgm:spPr/>
    </dgm:pt>
    <dgm:pt modelId="{BED86948-A45F-B64C-9768-71E42558033D}" type="pres">
      <dgm:prSet presAssocID="{3037418B-3302-47DC-98D7-7389279387DD}" presName="horzSpace2" presStyleCnt="0"/>
      <dgm:spPr/>
    </dgm:pt>
    <dgm:pt modelId="{57DF21ED-3467-0A4D-83A6-7B4A751C7D4C}" type="pres">
      <dgm:prSet presAssocID="{3037418B-3302-47DC-98D7-7389279387DD}" presName="tx2" presStyleLbl="revTx" presStyleIdx="8" presStyleCnt="11"/>
      <dgm:spPr/>
    </dgm:pt>
    <dgm:pt modelId="{CBEBA37D-BA3C-6B46-B5F1-3288D3081BA8}" type="pres">
      <dgm:prSet presAssocID="{3037418B-3302-47DC-98D7-7389279387DD}" presName="vert2" presStyleCnt="0"/>
      <dgm:spPr/>
    </dgm:pt>
    <dgm:pt modelId="{741A13E5-FAF0-AC49-8B89-CB7B3BC0CA39}" type="pres">
      <dgm:prSet presAssocID="{3037418B-3302-47DC-98D7-7389279387DD}" presName="thinLine2b" presStyleLbl="callout" presStyleIdx="6" presStyleCnt="9"/>
      <dgm:spPr/>
    </dgm:pt>
    <dgm:pt modelId="{37558B26-AA0E-9141-A4C1-2D3C075F5CE2}" type="pres">
      <dgm:prSet presAssocID="{3037418B-3302-47DC-98D7-7389279387DD}" presName="vertSpace2b" presStyleCnt="0"/>
      <dgm:spPr/>
    </dgm:pt>
    <dgm:pt modelId="{34CFBEF9-5078-CC47-B732-10F8BC37F9B0}" type="pres">
      <dgm:prSet presAssocID="{054ACD26-46CD-48FE-98B5-F6DA8C3FE26F}" presName="horz2" presStyleCnt="0"/>
      <dgm:spPr/>
    </dgm:pt>
    <dgm:pt modelId="{553D2CAD-62F7-2346-B7D4-CAE6BAB88E0A}" type="pres">
      <dgm:prSet presAssocID="{054ACD26-46CD-48FE-98B5-F6DA8C3FE26F}" presName="horzSpace2" presStyleCnt="0"/>
      <dgm:spPr/>
    </dgm:pt>
    <dgm:pt modelId="{411A2EAD-C1BB-6E43-A7C3-DCC79B9DA9AE}" type="pres">
      <dgm:prSet presAssocID="{054ACD26-46CD-48FE-98B5-F6DA8C3FE26F}" presName="tx2" presStyleLbl="revTx" presStyleIdx="9" presStyleCnt="11"/>
      <dgm:spPr/>
    </dgm:pt>
    <dgm:pt modelId="{0D9909E8-49BD-9D4A-9AF2-E14DC2263DE7}" type="pres">
      <dgm:prSet presAssocID="{054ACD26-46CD-48FE-98B5-F6DA8C3FE26F}" presName="vert2" presStyleCnt="0"/>
      <dgm:spPr/>
    </dgm:pt>
    <dgm:pt modelId="{7F324A0D-D5D6-6A47-9471-9FDBCD4510EE}" type="pres">
      <dgm:prSet presAssocID="{054ACD26-46CD-48FE-98B5-F6DA8C3FE26F}" presName="thinLine2b" presStyleLbl="callout" presStyleIdx="7" presStyleCnt="9"/>
      <dgm:spPr/>
    </dgm:pt>
    <dgm:pt modelId="{F28ABE8E-24A3-4348-9975-2F8A3503415B}" type="pres">
      <dgm:prSet presAssocID="{054ACD26-46CD-48FE-98B5-F6DA8C3FE26F}" presName="vertSpace2b" presStyleCnt="0"/>
      <dgm:spPr/>
    </dgm:pt>
    <dgm:pt modelId="{A46DB2C7-77CA-7542-91AF-099915DA8DF0}" type="pres">
      <dgm:prSet presAssocID="{71A3265B-9FB4-4C2D-B36C-55EB02875395}" presName="horz2" presStyleCnt="0"/>
      <dgm:spPr/>
    </dgm:pt>
    <dgm:pt modelId="{42FB2D93-571A-6648-B36A-5B27A7036C1E}" type="pres">
      <dgm:prSet presAssocID="{71A3265B-9FB4-4C2D-B36C-55EB02875395}" presName="horzSpace2" presStyleCnt="0"/>
      <dgm:spPr/>
    </dgm:pt>
    <dgm:pt modelId="{FAC2088B-9360-C04B-AA39-71FD5276784C}" type="pres">
      <dgm:prSet presAssocID="{71A3265B-9FB4-4C2D-B36C-55EB02875395}" presName="tx2" presStyleLbl="revTx" presStyleIdx="10" presStyleCnt="11"/>
      <dgm:spPr/>
    </dgm:pt>
    <dgm:pt modelId="{0FF650A9-33CD-4748-9CFD-8D805BB066A3}" type="pres">
      <dgm:prSet presAssocID="{71A3265B-9FB4-4C2D-B36C-55EB02875395}" presName="vert2" presStyleCnt="0"/>
      <dgm:spPr/>
    </dgm:pt>
    <dgm:pt modelId="{19C5B768-B20F-B048-B24D-4BB1DD9D05BB}" type="pres">
      <dgm:prSet presAssocID="{71A3265B-9FB4-4C2D-B36C-55EB02875395}" presName="thinLine2b" presStyleLbl="callout" presStyleIdx="8" presStyleCnt="9"/>
      <dgm:spPr/>
    </dgm:pt>
    <dgm:pt modelId="{4D47BF4E-C6D7-BA43-90F7-5923C0D91627}" type="pres">
      <dgm:prSet presAssocID="{71A3265B-9FB4-4C2D-B36C-55EB02875395}" presName="vertSpace2b" presStyleCnt="0"/>
      <dgm:spPr/>
    </dgm:pt>
  </dgm:ptLst>
  <dgm:cxnLst>
    <dgm:cxn modelId="{1622430F-B697-A940-B1F0-5DB70AE73117}" type="presOf" srcId="{76483DF0-E221-4634-A19A-D081B9AEC0F7}" destId="{B49D0867-37D3-874A-B320-A25FE8D1A334}" srcOrd="0" destOrd="0" presId="urn:microsoft.com/office/officeart/2008/layout/LinedList"/>
    <dgm:cxn modelId="{74414424-7ADE-4A42-8C96-93E7C1C35DCF}" srcId="{05E2D08D-6267-4A9F-92CB-EEFD5E9EA6F4}" destId="{0C5C2168-0A54-4045-8A64-B369DE988A25}" srcOrd="0" destOrd="0" parTransId="{38952BB0-7665-48A5-A32C-EE576C619B30}" sibTransId="{844F8BBF-1659-46D6-AC11-67CFDD714FEB}"/>
    <dgm:cxn modelId="{2B24AE31-1A93-3C49-8718-89F795CE05F0}" type="presOf" srcId="{3E5B5394-A567-479E-9B9E-9FD69AAEB98F}" destId="{FA36B148-2A4C-9E4F-B404-E920ACE716C2}" srcOrd="0" destOrd="0" presId="urn:microsoft.com/office/officeart/2008/layout/LinedList"/>
    <dgm:cxn modelId="{1C000C40-7B23-3243-BF36-91EF188ED65F}" type="presOf" srcId="{0D0C2B56-1913-4CCA-8EDC-495C2FB0428E}" destId="{44CD19A0-B0E3-814D-9914-69CFABDB2A4F}" srcOrd="0" destOrd="0" presId="urn:microsoft.com/office/officeart/2008/layout/LinedList"/>
    <dgm:cxn modelId="{517AA645-8101-A744-A328-ADAFB9DE4729}" type="presOf" srcId="{0C5C2168-0A54-4045-8A64-B369DE988A25}" destId="{40A11DCD-9DA0-7D47-93F0-44D253D30828}" srcOrd="0" destOrd="0" presId="urn:microsoft.com/office/officeart/2008/layout/LinedList"/>
    <dgm:cxn modelId="{3B16074C-0705-4657-9412-572B2E792A55}" srcId="{0C5C2168-0A54-4045-8A64-B369DE988A25}" destId="{AB35AF8E-9E5F-4702-8642-99867E1163AE}" srcOrd="1" destOrd="0" parTransId="{4656ECC5-E915-41D1-9F21-485BB2D0FE39}" sibTransId="{83D1018F-BC2E-4805-9B46-DA4CD4BF6E59}"/>
    <dgm:cxn modelId="{06B43859-494F-4218-873C-D9A116AA104D}" srcId="{0C5C2168-0A54-4045-8A64-B369DE988A25}" destId="{D856F05F-C0CE-4AF7-9D27-F388DCEC799D}" srcOrd="4" destOrd="0" parTransId="{29E7E2B7-BE52-40D0-A0E2-56EA3DD4B7B9}" sibTransId="{26B3BEA5-DEA0-4253-8F49-BA9F4B567158}"/>
    <dgm:cxn modelId="{025F7461-31C5-3241-916D-551216AFAAA2}" type="presOf" srcId="{3037418B-3302-47DC-98D7-7389279387DD}" destId="{57DF21ED-3467-0A4D-83A6-7B4A751C7D4C}" srcOrd="0" destOrd="0" presId="urn:microsoft.com/office/officeart/2008/layout/LinedList"/>
    <dgm:cxn modelId="{62815A63-E509-A344-ABCD-EC373DF9EE32}" type="presOf" srcId="{63C83BC1-070F-49DF-8829-949CD224504E}" destId="{7708BF96-9E56-0246-B71C-2E69F89D64CB}" srcOrd="0" destOrd="0" presId="urn:microsoft.com/office/officeart/2008/layout/LinedList"/>
    <dgm:cxn modelId="{DECB2C6E-CD6A-4B61-B3A3-09760D249B34}" srcId="{342B3F62-2AC8-4264-9C9F-5BD4526B8EBD}" destId="{054ACD26-46CD-48FE-98B5-F6DA8C3FE26F}" srcOrd="2" destOrd="0" parTransId="{FF1FCAD4-ADF3-4E0E-8F10-69188D526613}" sibTransId="{2F7169BA-43BB-4E7E-A54A-90E8510D24A8}"/>
    <dgm:cxn modelId="{D9D5897A-C105-564A-AB46-A99E5CD1CC7E}" type="presOf" srcId="{AB35AF8E-9E5F-4702-8642-99867E1163AE}" destId="{69FD66A1-6BE9-004D-86B5-427038951FE6}" srcOrd="0" destOrd="0" presId="urn:microsoft.com/office/officeart/2008/layout/LinedList"/>
    <dgm:cxn modelId="{94700496-29E3-B54A-B1F1-DED34CF0F24C}" type="presOf" srcId="{054ACD26-46CD-48FE-98B5-F6DA8C3FE26F}" destId="{411A2EAD-C1BB-6E43-A7C3-DCC79B9DA9AE}" srcOrd="0" destOrd="0" presId="urn:microsoft.com/office/officeart/2008/layout/LinedList"/>
    <dgm:cxn modelId="{DC1F5CAE-BC04-424E-8DD3-CDD788E34E1E}" type="presOf" srcId="{05E2D08D-6267-4A9F-92CB-EEFD5E9EA6F4}" destId="{3228B52B-E643-1240-B863-CF9E5CC2C7AD}" srcOrd="0" destOrd="0" presId="urn:microsoft.com/office/officeart/2008/layout/LinedList"/>
    <dgm:cxn modelId="{614ACFB1-FFDF-4830-8889-424E61A31091}" srcId="{0C5C2168-0A54-4045-8A64-B369DE988A25}" destId="{63C83BC1-070F-49DF-8829-949CD224504E}" srcOrd="2" destOrd="0" parTransId="{38BF299E-6C67-4829-9042-0589573A3EA5}" sibTransId="{AB9F4513-EC0B-4FE8-B0DB-0656195FBDAF}"/>
    <dgm:cxn modelId="{00E023BB-FD62-4F03-ACD0-0609056D068F}" srcId="{0C5C2168-0A54-4045-8A64-B369DE988A25}" destId="{0D0C2B56-1913-4CCA-8EDC-495C2FB0428E}" srcOrd="0" destOrd="0" parTransId="{237C0665-9BFA-4EFC-95DA-84FC641B96C5}" sibTransId="{02A7C866-345F-4690-85C2-50A35C25FF83}"/>
    <dgm:cxn modelId="{485834BB-C9D9-4311-9F28-9E34A31D2CE7}" srcId="{342B3F62-2AC8-4264-9C9F-5BD4526B8EBD}" destId="{71A3265B-9FB4-4C2D-B36C-55EB02875395}" srcOrd="3" destOrd="0" parTransId="{92CB9AA5-672C-4BE1-B92C-6AFB35364F6C}" sibTransId="{BBCA88C1-D9AF-4FF9-9BC7-5A8E21A6C165}"/>
    <dgm:cxn modelId="{7B533BC1-B030-403A-B4B3-3824F7D45C93}" srcId="{342B3F62-2AC8-4264-9C9F-5BD4526B8EBD}" destId="{3037418B-3302-47DC-98D7-7389279387DD}" srcOrd="1" destOrd="0" parTransId="{5FFC6BB2-2B70-4AC0-B103-C1FCBFC50F62}" sibTransId="{5AA5B3F0-C5EB-419D-A1BE-85850B17DEDC}"/>
    <dgm:cxn modelId="{DD961ACE-7038-42F5-8D53-8C02C18B3097}" srcId="{05E2D08D-6267-4A9F-92CB-EEFD5E9EA6F4}" destId="{342B3F62-2AC8-4264-9C9F-5BD4526B8EBD}" srcOrd="1" destOrd="0" parTransId="{8D318E00-315D-4E17-9541-01ED7B6F9BAD}" sibTransId="{57FAA1D6-6C4A-4272-83F0-3C6F3912BDB9}"/>
    <dgm:cxn modelId="{3CE589D3-A20F-784F-83B9-FCA049148056}" type="presOf" srcId="{71A3265B-9FB4-4C2D-B36C-55EB02875395}" destId="{FAC2088B-9360-C04B-AA39-71FD5276784C}" srcOrd="0" destOrd="0" presId="urn:microsoft.com/office/officeart/2008/layout/LinedList"/>
    <dgm:cxn modelId="{2E6BF6D4-4310-044B-83D1-0629274FCBF8}" type="presOf" srcId="{D856F05F-C0CE-4AF7-9D27-F388DCEC799D}" destId="{712CFDA3-6812-D04D-BE64-D7F842F91150}" srcOrd="0" destOrd="0" presId="urn:microsoft.com/office/officeart/2008/layout/LinedList"/>
    <dgm:cxn modelId="{F4EF40DB-8ADD-4B4B-BF9D-236F38E91FFD}" type="presOf" srcId="{342B3F62-2AC8-4264-9C9F-5BD4526B8EBD}" destId="{C7F49E07-EC45-6940-92A4-6FF724864929}" srcOrd="0" destOrd="0" presId="urn:microsoft.com/office/officeart/2008/layout/LinedList"/>
    <dgm:cxn modelId="{EDF672E2-5F35-480B-B9CA-A9CAC89B93FA}" srcId="{342B3F62-2AC8-4264-9C9F-5BD4526B8EBD}" destId="{3E5B5394-A567-479E-9B9E-9FD69AAEB98F}" srcOrd="0" destOrd="0" parTransId="{2A79FC9E-6DEF-43B5-BFEB-34ED55EC1E2F}" sibTransId="{6AD326A0-28CB-4C4B-BC56-D53BEDC7AADD}"/>
    <dgm:cxn modelId="{2A3D3DF1-42E3-41CC-9FE4-D5F3A90CDE44}" srcId="{0C5C2168-0A54-4045-8A64-B369DE988A25}" destId="{76483DF0-E221-4634-A19A-D081B9AEC0F7}" srcOrd="3" destOrd="0" parTransId="{F43D48EF-206D-47D2-AD2D-9D388AA4005B}" sibTransId="{F340F3F9-B472-495C-B43F-7BAE594E434A}"/>
    <dgm:cxn modelId="{E940062E-3158-4840-8D10-6AF7A2156385}" type="presParOf" srcId="{3228B52B-E643-1240-B863-CF9E5CC2C7AD}" destId="{5F81CC75-61C0-E447-9BC9-C7DF90D53417}" srcOrd="0" destOrd="0" presId="urn:microsoft.com/office/officeart/2008/layout/LinedList"/>
    <dgm:cxn modelId="{A1405DD7-12A6-8E46-AD60-C5EA39D591F5}" type="presParOf" srcId="{3228B52B-E643-1240-B863-CF9E5CC2C7AD}" destId="{63F64941-6431-8540-BE30-4E484DC6BAD9}" srcOrd="1" destOrd="0" presId="urn:microsoft.com/office/officeart/2008/layout/LinedList"/>
    <dgm:cxn modelId="{221BBA91-48D8-A04E-A84D-EE0668B41F2D}" type="presParOf" srcId="{63F64941-6431-8540-BE30-4E484DC6BAD9}" destId="{40A11DCD-9DA0-7D47-93F0-44D253D30828}" srcOrd="0" destOrd="0" presId="urn:microsoft.com/office/officeart/2008/layout/LinedList"/>
    <dgm:cxn modelId="{173813E9-3053-DC4C-93AF-A92B63F66F75}" type="presParOf" srcId="{63F64941-6431-8540-BE30-4E484DC6BAD9}" destId="{AE887808-2E13-FD4A-A0ED-38BA2DEC41AB}" srcOrd="1" destOrd="0" presId="urn:microsoft.com/office/officeart/2008/layout/LinedList"/>
    <dgm:cxn modelId="{1389CA39-4282-2A4E-A189-3C360D683F61}" type="presParOf" srcId="{AE887808-2E13-FD4A-A0ED-38BA2DEC41AB}" destId="{5BF95FE7-5068-0843-BD2C-6508C43C4871}" srcOrd="0" destOrd="0" presId="urn:microsoft.com/office/officeart/2008/layout/LinedList"/>
    <dgm:cxn modelId="{638CC831-EE93-4748-B9D5-7733FE4F8FBC}" type="presParOf" srcId="{AE887808-2E13-FD4A-A0ED-38BA2DEC41AB}" destId="{F3F4D309-F1B1-994D-BB8E-0AF0C12FA004}" srcOrd="1" destOrd="0" presId="urn:microsoft.com/office/officeart/2008/layout/LinedList"/>
    <dgm:cxn modelId="{756D42E0-ABA4-5F43-9883-E5C34F61C84D}" type="presParOf" srcId="{F3F4D309-F1B1-994D-BB8E-0AF0C12FA004}" destId="{04E555C5-AE3B-9445-BCA1-FDDB7CC50FB0}" srcOrd="0" destOrd="0" presId="urn:microsoft.com/office/officeart/2008/layout/LinedList"/>
    <dgm:cxn modelId="{F11CD7E0-0898-2842-9F4F-BCAB39B3C2F5}" type="presParOf" srcId="{F3F4D309-F1B1-994D-BB8E-0AF0C12FA004}" destId="{44CD19A0-B0E3-814D-9914-69CFABDB2A4F}" srcOrd="1" destOrd="0" presId="urn:microsoft.com/office/officeart/2008/layout/LinedList"/>
    <dgm:cxn modelId="{15BE78C2-2682-DD40-A11B-1F835D5B2B52}" type="presParOf" srcId="{F3F4D309-F1B1-994D-BB8E-0AF0C12FA004}" destId="{C01F3862-BB13-8E4E-8F06-88C682D84D67}" srcOrd="2" destOrd="0" presId="urn:microsoft.com/office/officeart/2008/layout/LinedList"/>
    <dgm:cxn modelId="{C6BC7754-F43E-4647-B659-131E1C546C5D}" type="presParOf" srcId="{AE887808-2E13-FD4A-A0ED-38BA2DEC41AB}" destId="{DCEB6A8A-9014-0A4F-AE33-B1DE367C4740}" srcOrd="2" destOrd="0" presId="urn:microsoft.com/office/officeart/2008/layout/LinedList"/>
    <dgm:cxn modelId="{AABA3432-C76E-B149-B673-1C28DAE7D7FB}" type="presParOf" srcId="{AE887808-2E13-FD4A-A0ED-38BA2DEC41AB}" destId="{E3BC00C2-A6B3-DE43-96B0-09C7E91C87F8}" srcOrd="3" destOrd="0" presId="urn:microsoft.com/office/officeart/2008/layout/LinedList"/>
    <dgm:cxn modelId="{54AC62EA-7078-2941-821D-FB73D4B9BA00}" type="presParOf" srcId="{AE887808-2E13-FD4A-A0ED-38BA2DEC41AB}" destId="{3EC3841C-5522-D34C-8FB9-88C77350FCE4}" srcOrd="4" destOrd="0" presId="urn:microsoft.com/office/officeart/2008/layout/LinedList"/>
    <dgm:cxn modelId="{7E5E5099-C48F-7240-B08A-B39BCFBB083B}" type="presParOf" srcId="{3EC3841C-5522-D34C-8FB9-88C77350FCE4}" destId="{559B34D2-5643-6A42-89CD-A9F6ED8CBEA3}" srcOrd="0" destOrd="0" presId="urn:microsoft.com/office/officeart/2008/layout/LinedList"/>
    <dgm:cxn modelId="{F62D8EE9-38D2-4249-9F84-67FD467922BC}" type="presParOf" srcId="{3EC3841C-5522-D34C-8FB9-88C77350FCE4}" destId="{69FD66A1-6BE9-004D-86B5-427038951FE6}" srcOrd="1" destOrd="0" presId="urn:microsoft.com/office/officeart/2008/layout/LinedList"/>
    <dgm:cxn modelId="{6083650B-2C83-AD4D-A206-850BB28910F6}" type="presParOf" srcId="{3EC3841C-5522-D34C-8FB9-88C77350FCE4}" destId="{3FC086BE-2A86-504A-800E-97A48307E291}" srcOrd="2" destOrd="0" presId="urn:microsoft.com/office/officeart/2008/layout/LinedList"/>
    <dgm:cxn modelId="{600D8E1B-736B-C94B-A126-3725FD27DEBB}" type="presParOf" srcId="{AE887808-2E13-FD4A-A0ED-38BA2DEC41AB}" destId="{630FBADB-7FF4-574B-8B4F-E5C94116CB26}" srcOrd="5" destOrd="0" presId="urn:microsoft.com/office/officeart/2008/layout/LinedList"/>
    <dgm:cxn modelId="{BD5A5C85-53F9-784F-8D67-22575E3C7BF9}" type="presParOf" srcId="{AE887808-2E13-FD4A-A0ED-38BA2DEC41AB}" destId="{0541F254-7976-0846-BF71-3818E9B4A5D3}" srcOrd="6" destOrd="0" presId="urn:microsoft.com/office/officeart/2008/layout/LinedList"/>
    <dgm:cxn modelId="{5A80B15E-BF6D-4E43-A967-409FED13279A}" type="presParOf" srcId="{AE887808-2E13-FD4A-A0ED-38BA2DEC41AB}" destId="{214A2AD2-5009-A741-A62A-5F16DDABD94E}" srcOrd="7" destOrd="0" presId="urn:microsoft.com/office/officeart/2008/layout/LinedList"/>
    <dgm:cxn modelId="{5906CABD-280A-264C-8D19-747DB70D9AB8}" type="presParOf" srcId="{214A2AD2-5009-A741-A62A-5F16DDABD94E}" destId="{9D8B4A02-5FE3-D44B-9EC2-60CD3F5CAC4A}" srcOrd="0" destOrd="0" presId="urn:microsoft.com/office/officeart/2008/layout/LinedList"/>
    <dgm:cxn modelId="{702C3B6D-E145-884C-822E-D1E3A155F5A8}" type="presParOf" srcId="{214A2AD2-5009-A741-A62A-5F16DDABD94E}" destId="{7708BF96-9E56-0246-B71C-2E69F89D64CB}" srcOrd="1" destOrd="0" presId="urn:microsoft.com/office/officeart/2008/layout/LinedList"/>
    <dgm:cxn modelId="{7FF4A95D-4EE8-5A49-B1AB-49E83D0087F8}" type="presParOf" srcId="{214A2AD2-5009-A741-A62A-5F16DDABD94E}" destId="{953AD5BD-24D4-C642-A20E-45F6E51DB203}" srcOrd="2" destOrd="0" presId="urn:microsoft.com/office/officeart/2008/layout/LinedList"/>
    <dgm:cxn modelId="{B2DA1CAA-4BAD-A34B-9E50-3EEE22230FA9}" type="presParOf" srcId="{AE887808-2E13-FD4A-A0ED-38BA2DEC41AB}" destId="{44E32DAF-E566-AB48-ADE9-FB4C6A2A3B0A}" srcOrd="8" destOrd="0" presId="urn:microsoft.com/office/officeart/2008/layout/LinedList"/>
    <dgm:cxn modelId="{14D43333-30BA-E14A-AF06-E923CC733D70}" type="presParOf" srcId="{AE887808-2E13-FD4A-A0ED-38BA2DEC41AB}" destId="{A30D8094-D458-A24F-9903-CFA29993990D}" srcOrd="9" destOrd="0" presId="urn:microsoft.com/office/officeart/2008/layout/LinedList"/>
    <dgm:cxn modelId="{02E831FD-006E-0544-B837-332E95707ED7}" type="presParOf" srcId="{AE887808-2E13-FD4A-A0ED-38BA2DEC41AB}" destId="{089FE480-0F5D-DD41-86C5-15499D51DBF9}" srcOrd="10" destOrd="0" presId="urn:microsoft.com/office/officeart/2008/layout/LinedList"/>
    <dgm:cxn modelId="{0CDB655C-3C48-A447-83E3-7CC9EC79ED59}" type="presParOf" srcId="{089FE480-0F5D-DD41-86C5-15499D51DBF9}" destId="{9A047C26-794B-3D48-B4F5-0E46B4B2918B}" srcOrd="0" destOrd="0" presId="urn:microsoft.com/office/officeart/2008/layout/LinedList"/>
    <dgm:cxn modelId="{DDD9951F-5557-4842-B441-5E06CB5C8268}" type="presParOf" srcId="{089FE480-0F5D-DD41-86C5-15499D51DBF9}" destId="{B49D0867-37D3-874A-B320-A25FE8D1A334}" srcOrd="1" destOrd="0" presId="urn:microsoft.com/office/officeart/2008/layout/LinedList"/>
    <dgm:cxn modelId="{C36E6AFF-DB03-714C-8EB8-0B6D999A3BFB}" type="presParOf" srcId="{089FE480-0F5D-DD41-86C5-15499D51DBF9}" destId="{2E864BF7-2F26-8646-99C0-0AB64DEB941B}" srcOrd="2" destOrd="0" presId="urn:microsoft.com/office/officeart/2008/layout/LinedList"/>
    <dgm:cxn modelId="{89245129-2C39-E048-B87F-1C55E2A4444E}" type="presParOf" srcId="{AE887808-2E13-FD4A-A0ED-38BA2DEC41AB}" destId="{7DD63E25-7E63-E74E-9B96-EF1C31F85A7A}" srcOrd="11" destOrd="0" presId="urn:microsoft.com/office/officeart/2008/layout/LinedList"/>
    <dgm:cxn modelId="{A394D393-854A-3F4C-8A81-077F0E99B36B}" type="presParOf" srcId="{AE887808-2E13-FD4A-A0ED-38BA2DEC41AB}" destId="{9EBC106C-FD0E-A140-ADBA-719AF25D35A0}" srcOrd="12" destOrd="0" presId="urn:microsoft.com/office/officeart/2008/layout/LinedList"/>
    <dgm:cxn modelId="{14A1D22C-9C0F-9E49-BDF2-A9E55C5E3C37}" type="presParOf" srcId="{AE887808-2E13-FD4A-A0ED-38BA2DEC41AB}" destId="{826C16D7-4373-5A49-8DA2-2CAE387D7C96}" srcOrd="13" destOrd="0" presId="urn:microsoft.com/office/officeart/2008/layout/LinedList"/>
    <dgm:cxn modelId="{C3560A9C-F08F-B249-A7B7-5B3E71C6D9DE}" type="presParOf" srcId="{826C16D7-4373-5A49-8DA2-2CAE387D7C96}" destId="{C784B9C3-B5CE-694E-A347-99DD30A61CA2}" srcOrd="0" destOrd="0" presId="urn:microsoft.com/office/officeart/2008/layout/LinedList"/>
    <dgm:cxn modelId="{3FD64D45-37D0-AB46-BAF2-F424DE40A965}" type="presParOf" srcId="{826C16D7-4373-5A49-8DA2-2CAE387D7C96}" destId="{712CFDA3-6812-D04D-BE64-D7F842F91150}" srcOrd="1" destOrd="0" presId="urn:microsoft.com/office/officeart/2008/layout/LinedList"/>
    <dgm:cxn modelId="{8B5152BF-5268-4C47-88E2-E8D64D1DD94C}" type="presParOf" srcId="{826C16D7-4373-5A49-8DA2-2CAE387D7C96}" destId="{83F2485F-55DC-BE4F-8C50-3FDBA423ACED}" srcOrd="2" destOrd="0" presId="urn:microsoft.com/office/officeart/2008/layout/LinedList"/>
    <dgm:cxn modelId="{A06A6483-C295-304F-A70B-1E607B98CCA0}" type="presParOf" srcId="{AE887808-2E13-FD4A-A0ED-38BA2DEC41AB}" destId="{8A1E4517-64A1-4A43-A49E-FE34DD166C19}" srcOrd="14" destOrd="0" presId="urn:microsoft.com/office/officeart/2008/layout/LinedList"/>
    <dgm:cxn modelId="{2BE18F2D-7229-E044-82AB-06ACE43F42D6}" type="presParOf" srcId="{AE887808-2E13-FD4A-A0ED-38BA2DEC41AB}" destId="{8B5C1323-157D-0B47-9517-AB524A3A31DB}" srcOrd="15" destOrd="0" presId="urn:microsoft.com/office/officeart/2008/layout/LinedList"/>
    <dgm:cxn modelId="{95EFC472-7E04-CA44-935A-730300864352}" type="presParOf" srcId="{3228B52B-E643-1240-B863-CF9E5CC2C7AD}" destId="{21ED1515-BBBE-DD45-8826-66F7C6195807}" srcOrd="2" destOrd="0" presId="urn:microsoft.com/office/officeart/2008/layout/LinedList"/>
    <dgm:cxn modelId="{E9EEE465-6B2C-ED4F-AD6C-1E729BBDB376}" type="presParOf" srcId="{3228B52B-E643-1240-B863-CF9E5CC2C7AD}" destId="{5787A3A5-F0CA-E246-A757-88303D496E43}" srcOrd="3" destOrd="0" presId="urn:microsoft.com/office/officeart/2008/layout/LinedList"/>
    <dgm:cxn modelId="{76572031-09AB-B945-BFE0-A6FB792AC6F4}" type="presParOf" srcId="{5787A3A5-F0CA-E246-A757-88303D496E43}" destId="{C7F49E07-EC45-6940-92A4-6FF724864929}" srcOrd="0" destOrd="0" presId="urn:microsoft.com/office/officeart/2008/layout/LinedList"/>
    <dgm:cxn modelId="{35CFB1DD-1E4F-EB41-A027-8C05CC391968}" type="presParOf" srcId="{5787A3A5-F0CA-E246-A757-88303D496E43}" destId="{189FCBDB-7898-CA4E-8FA0-3447A92C19D5}" srcOrd="1" destOrd="0" presId="urn:microsoft.com/office/officeart/2008/layout/LinedList"/>
    <dgm:cxn modelId="{871C8D04-D81B-264C-9735-C59A906A92B5}" type="presParOf" srcId="{189FCBDB-7898-CA4E-8FA0-3447A92C19D5}" destId="{E27A0BDC-ACAF-DD48-B0E2-7900F923C95D}" srcOrd="0" destOrd="0" presId="urn:microsoft.com/office/officeart/2008/layout/LinedList"/>
    <dgm:cxn modelId="{BA075552-963A-AC47-BBE4-6E052EDC7FDF}" type="presParOf" srcId="{189FCBDB-7898-CA4E-8FA0-3447A92C19D5}" destId="{F434DB8D-B22C-3B47-8EFB-C9C3540FFFD4}" srcOrd="1" destOrd="0" presId="urn:microsoft.com/office/officeart/2008/layout/LinedList"/>
    <dgm:cxn modelId="{D8890597-9D40-8D4D-9A4B-46F25E732D21}" type="presParOf" srcId="{F434DB8D-B22C-3B47-8EFB-C9C3540FFFD4}" destId="{22D634F7-D3DA-FE4A-B155-9B78BCB809A2}" srcOrd="0" destOrd="0" presId="urn:microsoft.com/office/officeart/2008/layout/LinedList"/>
    <dgm:cxn modelId="{159D95DA-462E-9946-9B5A-85BA44F3B547}" type="presParOf" srcId="{F434DB8D-B22C-3B47-8EFB-C9C3540FFFD4}" destId="{FA36B148-2A4C-9E4F-B404-E920ACE716C2}" srcOrd="1" destOrd="0" presId="urn:microsoft.com/office/officeart/2008/layout/LinedList"/>
    <dgm:cxn modelId="{BB8E04BA-6028-3843-8CA4-2D52E9C7767F}" type="presParOf" srcId="{F434DB8D-B22C-3B47-8EFB-C9C3540FFFD4}" destId="{EB9265A9-36F0-0F42-80DA-BBFD2B76D035}" srcOrd="2" destOrd="0" presId="urn:microsoft.com/office/officeart/2008/layout/LinedList"/>
    <dgm:cxn modelId="{683F1E22-954E-3046-92B9-9F9C289D2622}" type="presParOf" srcId="{189FCBDB-7898-CA4E-8FA0-3447A92C19D5}" destId="{E4AB19F5-1245-2C47-8498-8D04CA5D1DF2}" srcOrd="2" destOrd="0" presId="urn:microsoft.com/office/officeart/2008/layout/LinedList"/>
    <dgm:cxn modelId="{818FEDD5-8CD1-5E49-8909-6E092F819E68}" type="presParOf" srcId="{189FCBDB-7898-CA4E-8FA0-3447A92C19D5}" destId="{DF9CCF17-9CEC-9C4B-B6D4-C56C4D1E2AF4}" srcOrd="3" destOrd="0" presId="urn:microsoft.com/office/officeart/2008/layout/LinedList"/>
    <dgm:cxn modelId="{B3A16443-9AF6-994F-ACAF-99D6DF58B828}" type="presParOf" srcId="{189FCBDB-7898-CA4E-8FA0-3447A92C19D5}" destId="{7F5D8D41-50DB-B147-911B-EDC1608A6050}" srcOrd="4" destOrd="0" presId="urn:microsoft.com/office/officeart/2008/layout/LinedList"/>
    <dgm:cxn modelId="{FB801195-6F7F-F24C-8B05-0465C78DCDB0}" type="presParOf" srcId="{7F5D8D41-50DB-B147-911B-EDC1608A6050}" destId="{BED86948-A45F-B64C-9768-71E42558033D}" srcOrd="0" destOrd="0" presId="urn:microsoft.com/office/officeart/2008/layout/LinedList"/>
    <dgm:cxn modelId="{78E2DC07-A342-B148-BC3C-65B2380B5013}" type="presParOf" srcId="{7F5D8D41-50DB-B147-911B-EDC1608A6050}" destId="{57DF21ED-3467-0A4D-83A6-7B4A751C7D4C}" srcOrd="1" destOrd="0" presId="urn:microsoft.com/office/officeart/2008/layout/LinedList"/>
    <dgm:cxn modelId="{4A922359-0AA4-894B-9AEA-CEAC76CC8EC2}" type="presParOf" srcId="{7F5D8D41-50DB-B147-911B-EDC1608A6050}" destId="{CBEBA37D-BA3C-6B46-B5F1-3288D3081BA8}" srcOrd="2" destOrd="0" presId="urn:microsoft.com/office/officeart/2008/layout/LinedList"/>
    <dgm:cxn modelId="{3BDA6193-3402-884E-A17D-0AAB25C1818A}" type="presParOf" srcId="{189FCBDB-7898-CA4E-8FA0-3447A92C19D5}" destId="{741A13E5-FAF0-AC49-8B89-CB7B3BC0CA39}" srcOrd="5" destOrd="0" presId="urn:microsoft.com/office/officeart/2008/layout/LinedList"/>
    <dgm:cxn modelId="{C9909D50-7F43-EE4A-890F-70298DFB102B}" type="presParOf" srcId="{189FCBDB-7898-CA4E-8FA0-3447A92C19D5}" destId="{37558B26-AA0E-9141-A4C1-2D3C075F5CE2}" srcOrd="6" destOrd="0" presId="urn:microsoft.com/office/officeart/2008/layout/LinedList"/>
    <dgm:cxn modelId="{672E9297-9F82-7448-8255-0DF4E49B2CDF}" type="presParOf" srcId="{189FCBDB-7898-CA4E-8FA0-3447A92C19D5}" destId="{34CFBEF9-5078-CC47-B732-10F8BC37F9B0}" srcOrd="7" destOrd="0" presId="urn:microsoft.com/office/officeart/2008/layout/LinedList"/>
    <dgm:cxn modelId="{9BEDB940-9F84-6C4A-A4A7-56579AE2D370}" type="presParOf" srcId="{34CFBEF9-5078-CC47-B732-10F8BC37F9B0}" destId="{553D2CAD-62F7-2346-B7D4-CAE6BAB88E0A}" srcOrd="0" destOrd="0" presId="urn:microsoft.com/office/officeart/2008/layout/LinedList"/>
    <dgm:cxn modelId="{AD191813-C282-1140-B474-72892B6749FB}" type="presParOf" srcId="{34CFBEF9-5078-CC47-B732-10F8BC37F9B0}" destId="{411A2EAD-C1BB-6E43-A7C3-DCC79B9DA9AE}" srcOrd="1" destOrd="0" presId="urn:microsoft.com/office/officeart/2008/layout/LinedList"/>
    <dgm:cxn modelId="{4DBEB5B5-06AC-FC4A-9B29-65F074964F54}" type="presParOf" srcId="{34CFBEF9-5078-CC47-B732-10F8BC37F9B0}" destId="{0D9909E8-49BD-9D4A-9AF2-E14DC2263DE7}" srcOrd="2" destOrd="0" presId="urn:microsoft.com/office/officeart/2008/layout/LinedList"/>
    <dgm:cxn modelId="{19B088D7-0829-EA49-8204-E917029C2798}" type="presParOf" srcId="{189FCBDB-7898-CA4E-8FA0-3447A92C19D5}" destId="{7F324A0D-D5D6-6A47-9471-9FDBCD4510EE}" srcOrd="8" destOrd="0" presId="urn:microsoft.com/office/officeart/2008/layout/LinedList"/>
    <dgm:cxn modelId="{820918AD-EF35-3044-B644-AC45C4EC1D3F}" type="presParOf" srcId="{189FCBDB-7898-CA4E-8FA0-3447A92C19D5}" destId="{F28ABE8E-24A3-4348-9975-2F8A3503415B}" srcOrd="9" destOrd="0" presId="urn:microsoft.com/office/officeart/2008/layout/LinedList"/>
    <dgm:cxn modelId="{A70B4727-AE88-EE4F-AD46-D4F6DE3A2981}" type="presParOf" srcId="{189FCBDB-7898-CA4E-8FA0-3447A92C19D5}" destId="{A46DB2C7-77CA-7542-91AF-099915DA8DF0}" srcOrd="10" destOrd="0" presId="urn:microsoft.com/office/officeart/2008/layout/LinedList"/>
    <dgm:cxn modelId="{3174A6D8-1D49-594E-B80C-00F858812AB8}" type="presParOf" srcId="{A46DB2C7-77CA-7542-91AF-099915DA8DF0}" destId="{42FB2D93-571A-6648-B36A-5B27A7036C1E}" srcOrd="0" destOrd="0" presId="urn:microsoft.com/office/officeart/2008/layout/LinedList"/>
    <dgm:cxn modelId="{E7D37E81-2EBE-9E44-8A71-CFC0271D2A8E}" type="presParOf" srcId="{A46DB2C7-77CA-7542-91AF-099915DA8DF0}" destId="{FAC2088B-9360-C04B-AA39-71FD5276784C}" srcOrd="1" destOrd="0" presId="urn:microsoft.com/office/officeart/2008/layout/LinedList"/>
    <dgm:cxn modelId="{59B8E066-AD1E-9D47-85D9-610DDEB712E4}" type="presParOf" srcId="{A46DB2C7-77CA-7542-91AF-099915DA8DF0}" destId="{0FF650A9-33CD-4748-9CFD-8D805BB066A3}" srcOrd="2" destOrd="0" presId="urn:microsoft.com/office/officeart/2008/layout/LinedList"/>
    <dgm:cxn modelId="{5F972BC4-8AE0-4C47-93DB-E3BDC9BABBE5}" type="presParOf" srcId="{189FCBDB-7898-CA4E-8FA0-3447A92C19D5}" destId="{19C5B768-B20F-B048-B24D-4BB1DD9D05BB}" srcOrd="11" destOrd="0" presId="urn:microsoft.com/office/officeart/2008/layout/LinedList"/>
    <dgm:cxn modelId="{8E63B5DB-E624-8245-92F3-3874F1B0B24C}" type="presParOf" srcId="{189FCBDB-7898-CA4E-8FA0-3447A92C19D5}" destId="{4D47BF4E-C6D7-BA43-90F7-5923C0D91627}" srcOrd="12"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4BCAA33-2119-4EE3-B20C-D08582A6A10A}"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84A158B0-F444-4E95-8642-A6A040BFEB35}">
      <dgm:prSet/>
      <dgm:spPr/>
      <dgm:t>
        <a:bodyPr/>
        <a:lstStyle/>
        <a:p>
          <a:r>
            <a:rPr lang="en-US" dirty="0"/>
            <a:t>Live market data integration.</a:t>
          </a:r>
        </a:p>
      </dgm:t>
    </dgm:pt>
    <dgm:pt modelId="{E2EF307C-3B8C-4CC8-97F5-635D89875D06}" type="parTrans" cxnId="{8E3BF71C-028E-48B8-A80B-A99251C328D9}">
      <dgm:prSet/>
      <dgm:spPr/>
      <dgm:t>
        <a:bodyPr/>
        <a:lstStyle/>
        <a:p>
          <a:endParaRPr lang="en-US"/>
        </a:p>
      </dgm:t>
    </dgm:pt>
    <dgm:pt modelId="{17B8DC08-549A-47A8-8F36-8F8A38C268EF}" type="sibTrans" cxnId="{8E3BF71C-028E-48B8-A80B-A99251C328D9}">
      <dgm:prSet/>
      <dgm:spPr/>
      <dgm:t>
        <a:bodyPr/>
        <a:lstStyle/>
        <a:p>
          <a:endParaRPr lang="en-US"/>
        </a:p>
      </dgm:t>
    </dgm:pt>
    <dgm:pt modelId="{C8B94352-2326-4FC1-8E00-ADF737617C57}">
      <dgm:prSet/>
      <dgm:spPr/>
      <dgm:t>
        <a:bodyPr/>
        <a:lstStyle/>
        <a:p>
          <a:r>
            <a:rPr lang="en-US" dirty="0"/>
            <a:t>More advanced AI models.</a:t>
          </a:r>
        </a:p>
      </dgm:t>
    </dgm:pt>
    <dgm:pt modelId="{E8AF081C-9F84-4617-B7F0-DDA72CEC6830}" type="parTrans" cxnId="{F4338048-0535-40D8-BCD0-7F66F03A6B60}">
      <dgm:prSet/>
      <dgm:spPr/>
      <dgm:t>
        <a:bodyPr/>
        <a:lstStyle/>
        <a:p>
          <a:endParaRPr lang="en-US"/>
        </a:p>
      </dgm:t>
    </dgm:pt>
    <dgm:pt modelId="{034B8ACE-2FFE-4235-A654-F1568A4CD560}" type="sibTrans" cxnId="{F4338048-0535-40D8-BCD0-7F66F03A6B60}">
      <dgm:prSet/>
      <dgm:spPr/>
      <dgm:t>
        <a:bodyPr/>
        <a:lstStyle/>
        <a:p>
          <a:endParaRPr lang="en-US"/>
        </a:p>
      </dgm:t>
    </dgm:pt>
    <dgm:pt modelId="{80469B9B-54DC-4700-B38F-53120A8F8875}">
      <dgm:prSet/>
      <dgm:spPr/>
      <dgm:t>
        <a:bodyPr/>
        <a:lstStyle/>
        <a:p>
          <a:r>
            <a:rPr lang="en-US" dirty="0"/>
            <a:t>Risk management module.</a:t>
          </a:r>
        </a:p>
      </dgm:t>
    </dgm:pt>
    <dgm:pt modelId="{2D2FAA86-D2D8-4938-A544-4FF502785027}" type="parTrans" cxnId="{A5D17B43-D481-470D-8573-AFE41298C363}">
      <dgm:prSet/>
      <dgm:spPr/>
      <dgm:t>
        <a:bodyPr/>
        <a:lstStyle/>
        <a:p>
          <a:endParaRPr lang="en-US"/>
        </a:p>
      </dgm:t>
    </dgm:pt>
    <dgm:pt modelId="{F1231C76-45A3-44C3-B0F2-BE48C3ACDB7F}" type="sibTrans" cxnId="{A5D17B43-D481-470D-8573-AFE41298C363}">
      <dgm:prSet/>
      <dgm:spPr/>
      <dgm:t>
        <a:bodyPr/>
        <a:lstStyle/>
        <a:p>
          <a:endParaRPr lang="en-US"/>
        </a:p>
      </dgm:t>
    </dgm:pt>
    <dgm:pt modelId="{2D1085E3-7E32-4B56-9C6D-01D5D7D01372}">
      <dgm:prSet/>
      <dgm:spPr/>
      <dgm:t>
        <a:bodyPr/>
        <a:lstStyle/>
        <a:p>
          <a:r>
            <a:rPr lang="en-US" dirty="0"/>
            <a:t>Mobile application support.</a:t>
          </a:r>
        </a:p>
      </dgm:t>
    </dgm:pt>
    <dgm:pt modelId="{ABA21675-BC4A-462F-B7D5-9DAEDC790359}" type="parTrans" cxnId="{36856AC7-996E-4AF0-ACC1-4E91810B9DF6}">
      <dgm:prSet/>
      <dgm:spPr/>
      <dgm:t>
        <a:bodyPr/>
        <a:lstStyle/>
        <a:p>
          <a:endParaRPr lang="en-US"/>
        </a:p>
      </dgm:t>
    </dgm:pt>
    <dgm:pt modelId="{A0F8166D-170B-4BA3-BC3A-AC49A5B846BA}" type="sibTrans" cxnId="{36856AC7-996E-4AF0-ACC1-4E91810B9DF6}">
      <dgm:prSet/>
      <dgm:spPr/>
      <dgm:t>
        <a:bodyPr/>
        <a:lstStyle/>
        <a:p>
          <a:endParaRPr lang="en-US"/>
        </a:p>
      </dgm:t>
    </dgm:pt>
    <dgm:pt modelId="{902A981D-3DC7-324B-BE2C-564DB93FCBAD}" type="pres">
      <dgm:prSet presAssocID="{74BCAA33-2119-4EE3-B20C-D08582A6A10A}" presName="linear" presStyleCnt="0">
        <dgm:presLayoutVars>
          <dgm:animLvl val="lvl"/>
          <dgm:resizeHandles val="exact"/>
        </dgm:presLayoutVars>
      </dgm:prSet>
      <dgm:spPr/>
    </dgm:pt>
    <dgm:pt modelId="{1FBBB134-F517-0C4B-92E4-1FFDCEA3E7E8}" type="pres">
      <dgm:prSet presAssocID="{84A158B0-F444-4E95-8642-A6A040BFEB35}" presName="parentText" presStyleLbl="node1" presStyleIdx="0" presStyleCnt="4">
        <dgm:presLayoutVars>
          <dgm:chMax val="0"/>
          <dgm:bulletEnabled val="1"/>
        </dgm:presLayoutVars>
      </dgm:prSet>
      <dgm:spPr/>
    </dgm:pt>
    <dgm:pt modelId="{049FD49A-799D-8E43-BFAC-6E355728CF72}" type="pres">
      <dgm:prSet presAssocID="{17B8DC08-549A-47A8-8F36-8F8A38C268EF}" presName="spacer" presStyleCnt="0"/>
      <dgm:spPr/>
    </dgm:pt>
    <dgm:pt modelId="{EF77C815-FB05-DE4F-A227-C61BAB77C90C}" type="pres">
      <dgm:prSet presAssocID="{C8B94352-2326-4FC1-8E00-ADF737617C57}" presName="parentText" presStyleLbl="node1" presStyleIdx="1" presStyleCnt="4">
        <dgm:presLayoutVars>
          <dgm:chMax val="0"/>
          <dgm:bulletEnabled val="1"/>
        </dgm:presLayoutVars>
      </dgm:prSet>
      <dgm:spPr/>
    </dgm:pt>
    <dgm:pt modelId="{7776ACB9-78C5-BF46-9B48-F43D88E3F5C0}" type="pres">
      <dgm:prSet presAssocID="{034B8ACE-2FFE-4235-A654-F1568A4CD560}" presName="spacer" presStyleCnt="0"/>
      <dgm:spPr/>
    </dgm:pt>
    <dgm:pt modelId="{34536CC1-E984-BB4B-B500-C56EF40C364B}" type="pres">
      <dgm:prSet presAssocID="{80469B9B-54DC-4700-B38F-53120A8F8875}" presName="parentText" presStyleLbl="node1" presStyleIdx="2" presStyleCnt="4">
        <dgm:presLayoutVars>
          <dgm:chMax val="0"/>
          <dgm:bulletEnabled val="1"/>
        </dgm:presLayoutVars>
      </dgm:prSet>
      <dgm:spPr/>
    </dgm:pt>
    <dgm:pt modelId="{DAB3DC37-71F3-B84D-A5CA-CF61967D7D54}" type="pres">
      <dgm:prSet presAssocID="{F1231C76-45A3-44C3-B0F2-BE48C3ACDB7F}" presName="spacer" presStyleCnt="0"/>
      <dgm:spPr/>
    </dgm:pt>
    <dgm:pt modelId="{556F21A8-CF02-244A-84C4-0972AEE8CA07}" type="pres">
      <dgm:prSet presAssocID="{2D1085E3-7E32-4B56-9C6D-01D5D7D01372}" presName="parentText" presStyleLbl="node1" presStyleIdx="3" presStyleCnt="4">
        <dgm:presLayoutVars>
          <dgm:chMax val="0"/>
          <dgm:bulletEnabled val="1"/>
        </dgm:presLayoutVars>
      </dgm:prSet>
      <dgm:spPr/>
    </dgm:pt>
  </dgm:ptLst>
  <dgm:cxnLst>
    <dgm:cxn modelId="{0249D603-10E5-6641-A4EF-0F760DF67D0E}" type="presOf" srcId="{80469B9B-54DC-4700-B38F-53120A8F8875}" destId="{34536CC1-E984-BB4B-B500-C56EF40C364B}" srcOrd="0" destOrd="0" presId="urn:microsoft.com/office/officeart/2005/8/layout/vList2"/>
    <dgm:cxn modelId="{351F7D17-A7CA-9E44-901C-0B079E8A0CD7}" type="presOf" srcId="{74BCAA33-2119-4EE3-B20C-D08582A6A10A}" destId="{902A981D-3DC7-324B-BE2C-564DB93FCBAD}" srcOrd="0" destOrd="0" presId="urn:microsoft.com/office/officeart/2005/8/layout/vList2"/>
    <dgm:cxn modelId="{8E3BF71C-028E-48B8-A80B-A99251C328D9}" srcId="{74BCAA33-2119-4EE3-B20C-D08582A6A10A}" destId="{84A158B0-F444-4E95-8642-A6A040BFEB35}" srcOrd="0" destOrd="0" parTransId="{E2EF307C-3B8C-4CC8-97F5-635D89875D06}" sibTransId="{17B8DC08-549A-47A8-8F36-8F8A38C268EF}"/>
    <dgm:cxn modelId="{A5D17B43-D481-470D-8573-AFE41298C363}" srcId="{74BCAA33-2119-4EE3-B20C-D08582A6A10A}" destId="{80469B9B-54DC-4700-B38F-53120A8F8875}" srcOrd="2" destOrd="0" parTransId="{2D2FAA86-D2D8-4938-A544-4FF502785027}" sibTransId="{F1231C76-45A3-44C3-B0F2-BE48C3ACDB7F}"/>
    <dgm:cxn modelId="{F4338048-0535-40D8-BCD0-7F66F03A6B60}" srcId="{74BCAA33-2119-4EE3-B20C-D08582A6A10A}" destId="{C8B94352-2326-4FC1-8E00-ADF737617C57}" srcOrd="1" destOrd="0" parTransId="{E8AF081C-9F84-4617-B7F0-DDA72CEC6830}" sibTransId="{034B8ACE-2FFE-4235-A654-F1568A4CD560}"/>
    <dgm:cxn modelId="{12E7CB53-62B8-444E-B51F-559B61AAAD84}" type="presOf" srcId="{C8B94352-2326-4FC1-8E00-ADF737617C57}" destId="{EF77C815-FB05-DE4F-A227-C61BAB77C90C}" srcOrd="0" destOrd="0" presId="urn:microsoft.com/office/officeart/2005/8/layout/vList2"/>
    <dgm:cxn modelId="{445EC08E-1FAF-2740-9BE5-F3905D4AD5AA}" type="presOf" srcId="{2D1085E3-7E32-4B56-9C6D-01D5D7D01372}" destId="{556F21A8-CF02-244A-84C4-0972AEE8CA07}" srcOrd="0" destOrd="0" presId="urn:microsoft.com/office/officeart/2005/8/layout/vList2"/>
    <dgm:cxn modelId="{58EEE8AF-3062-CC44-8AE9-264FC9AC1A80}" type="presOf" srcId="{84A158B0-F444-4E95-8642-A6A040BFEB35}" destId="{1FBBB134-F517-0C4B-92E4-1FFDCEA3E7E8}" srcOrd="0" destOrd="0" presId="urn:microsoft.com/office/officeart/2005/8/layout/vList2"/>
    <dgm:cxn modelId="{36856AC7-996E-4AF0-ACC1-4E91810B9DF6}" srcId="{74BCAA33-2119-4EE3-B20C-D08582A6A10A}" destId="{2D1085E3-7E32-4B56-9C6D-01D5D7D01372}" srcOrd="3" destOrd="0" parTransId="{ABA21675-BC4A-462F-B7D5-9DAEDC790359}" sibTransId="{A0F8166D-170B-4BA3-BC3A-AC49A5B846BA}"/>
    <dgm:cxn modelId="{7BF9B03D-21D8-D24D-A070-92EC0526482D}" type="presParOf" srcId="{902A981D-3DC7-324B-BE2C-564DB93FCBAD}" destId="{1FBBB134-F517-0C4B-92E4-1FFDCEA3E7E8}" srcOrd="0" destOrd="0" presId="urn:microsoft.com/office/officeart/2005/8/layout/vList2"/>
    <dgm:cxn modelId="{CFCE05D7-514F-9542-AE65-252C01D0025C}" type="presParOf" srcId="{902A981D-3DC7-324B-BE2C-564DB93FCBAD}" destId="{049FD49A-799D-8E43-BFAC-6E355728CF72}" srcOrd="1" destOrd="0" presId="urn:microsoft.com/office/officeart/2005/8/layout/vList2"/>
    <dgm:cxn modelId="{8ECA9EEF-0793-4847-B35A-FAE6DC8D151C}" type="presParOf" srcId="{902A981D-3DC7-324B-BE2C-564DB93FCBAD}" destId="{EF77C815-FB05-DE4F-A227-C61BAB77C90C}" srcOrd="2" destOrd="0" presId="urn:microsoft.com/office/officeart/2005/8/layout/vList2"/>
    <dgm:cxn modelId="{584A19DD-8226-4E4E-BE2F-2EDD08325D26}" type="presParOf" srcId="{902A981D-3DC7-324B-BE2C-564DB93FCBAD}" destId="{7776ACB9-78C5-BF46-9B48-F43D88E3F5C0}" srcOrd="3" destOrd="0" presId="urn:microsoft.com/office/officeart/2005/8/layout/vList2"/>
    <dgm:cxn modelId="{EB68122E-2904-504C-A8E5-2BB16538D093}" type="presParOf" srcId="{902A981D-3DC7-324B-BE2C-564DB93FCBAD}" destId="{34536CC1-E984-BB4B-B500-C56EF40C364B}" srcOrd="4" destOrd="0" presId="urn:microsoft.com/office/officeart/2005/8/layout/vList2"/>
    <dgm:cxn modelId="{081A72A9-D1A5-0F41-B051-805F5DD67ED1}" type="presParOf" srcId="{902A981D-3DC7-324B-BE2C-564DB93FCBAD}" destId="{DAB3DC37-71F3-B84D-A5CA-CF61967D7D54}" srcOrd="5" destOrd="0" presId="urn:microsoft.com/office/officeart/2005/8/layout/vList2"/>
    <dgm:cxn modelId="{3004FCAE-E230-884C-8E5D-C0A6593AE6A8}" type="presParOf" srcId="{902A981D-3DC7-324B-BE2C-564DB93FCBAD}" destId="{556F21A8-CF02-244A-84C4-0972AEE8CA07}"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2F4F55-D0FC-DA4E-900C-EAC65301BADB}">
      <dsp:nvSpPr>
        <dsp:cNvPr id="0" name=""/>
        <dsp:cNvSpPr/>
      </dsp:nvSpPr>
      <dsp:spPr>
        <a:xfrm>
          <a:off x="0" y="31779"/>
          <a:ext cx="10515600" cy="983384"/>
        </a:xfrm>
        <a:prstGeom prst="roundRect">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l" defTabSz="1822450">
            <a:lnSpc>
              <a:spcPct val="90000"/>
            </a:lnSpc>
            <a:spcBef>
              <a:spcPct val="0"/>
            </a:spcBef>
            <a:spcAft>
              <a:spcPct val="35000"/>
            </a:spcAft>
            <a:buNone/>
          </a:pPr>
          <a:r>
            <a:rPr lang="en-US" sz="4100" kern="1200"/>
            <a:t>Data collection from financial markets.</a:t>
          </a:r>
        </a:p>
      </dsp:txBody>
      <dsp:txXfrm>
        <a:off x="48005" y="79784"/>
        <a:ext cx="10419590" cy="887374"/>
      </dsp:txXfrm>
    </dsp:sp>
    <dsp:sp modelId="{328D6AD8-DE62-0744-A4AC-E0E26F7595AC}">
      <dsp:nvSpPr>
        <dsp:cNvPr id="0" name=""/>
        <dsp:cNvSpPr/>
      </dsp:nvSpPr>
      <dsp:spPr>
        <a:xfrm>
          <a:off x="0" y="1133244"/>
          <a:ext cx="10515600" cy="983384"/>
        </a:xfrm>
        <a:prstGeom prst="roundRect">
          <a:avLst/>
        </a:prstGeom>
        <a:solidFill>
          <a:schemeClr val="accent2">
            <a:hueOff val="1560506"/>
            <a:satOff val="-1946"/>
            <a:lumOff val="458"/>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l" defTabSz="1822450">
            <a:lnSpc>
              <a:spcPct val="90000"/>
            </a:lnSpc>
            <a:spcBef>
              <a:spcPct val="0"/>
            </a:spcBef>
            <a:spcAft>
              <a:spcPct val="35000"/>
            </a:spcAft>
            <a:buNone/>
          </a:pPr>
          <a:r>
            <a:rPr lang="en-US" sz="4100" kern="1200"/>
            <a:t>Prediction and signal generation.</a:t>
          </a:r>
        </a:p>
      </dsp:txBody>
      <dsp:txXfrm>
        <a:off x="48005" y="1181249"/>
        <a:ext cx="10419590" cy="887374"/>
      </dsp:txXfrm>
    </dsp:sp>
    <dsp:sp modelId="{19E2B445-98A3-F441-A68B-1AA1FFE02696}">
      <dsp:nvSpPr>
        <dsp:cNvPr id="0" name=""/>
        <dsp:cNvSpPr/>
      </dsp:nvSpPr>
      <dsp:spPr>
        <a:xfrm>
          <a:off x="0" y="2234709"/>
          <a:ext cx="10515600" cy="983384"/>
        </a:xfrm>
        <a:prstGeom prst="roundRect">
          <a:avLst/>
        </a:prstGeom>
        <a:solidFill>
          <a:schemeClr val="accent2">
            <a:hueOff val="3121013"/>
            <a:satOff val="-3893"/>
            <a:lumOff val="915"/>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l" defTabSz="1822450">
            <a:lnSpc>
              <a:spcPct val="90000"/>
            </a:lnSpc>
            <a:spcBef>
              <a:spcPct val="0"/>
            </a:spcBef>
            <a:spcAft>
              <a:spcPct val="35000"/>
            </a:spcAft>
            <a:buNone/>
          </a:pPr>
          <a:r>
            <a:rPr lang="en-US" sz="4100" kern="1200"/>
            <a:t>Trader approval before execution.</a:t>
          </a:r>
        </a:p>
      </dsp:txBody>
      <dsp:txXfrm>
        <a:off x="48005" y="2282714"/>
        <a:ext cx="10419590" cy="887374"/>
      </dsp:txXfrm>
    </dsp:sp>
    <dsp:sp modelId="{F43BC719-D0DF-E046-868F-C032ABAD1A44}">
      <dsp:nvSpPr>
        <dsp:cNvPr id="0" name=""/>
        <dsp:cNvSpPr/>
      </dsp:nvSpPr>
      <dsp:spPr>
        <a:xfrm>
          <a:off x="0" y="3336174"/>
          <a:ext cx="10515600" cy="983384"/>
        </a:xfrm>
        <a:prstGeom prst="roundRect">
          <a:avLst/>
        </a:prstGeom>
        <a:solidFill>
          <a:schemeClr val="accent2">
            <a:hueOff val="4681519"/>
            <a:satOff val="-5839"/>
            <a:lumOff val="1373"/>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l" defTabSz="1822450">
            <a:lnSpc>
              <a:spcPct val="90000"/>
            </a:lnSpc>
            <a:spcBef>
              <a:spcPct val="0"/>
            </a:spcBef>
            <a:spcAft>
              <a:spcPct val="35000"/>
            </a:spcAft>
            <a:buNone/>
          </a:pPr>
          <a:r>
            <a:rPr lang="en-US" sz="4100" kern="1200"/>
            <a:t>Web-based interactive interface.</a:t>
          </a:r>
        </a:p>
      </dsp:txBody>
      <dsp:txXfrm>
        <a:off x="48005" y="3384179"/>
        <a:ext cx="10419590" cy="88737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81CC75-61C0-E447-9BC9-C7DF90D53417}">
      <dsp:nvSpPr>
        <dsp:cNvPr id="0" name=""/>
        <dsp:cNvSpPr/>
      </dsp:nvSpPr>
      <dsp:spPr>
        <a:xfrm>
          <a:off x="0" y="0"/>
          <a:ext cx="6224335"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0A11DCD-9DA0-7D47-93F0-44D253D30828}">
      <dsp:nvSpPr>
        <dsp:cNvPr id="0" name=""/>
        <dsp:cNvSpPr/>
      </dsp:nvSpPr>
      <dsp:spPr>
        <a:xfrm>
          <a:off x="0" y="0"/>
          <a:ext cx="1244867" cy="27157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b="1" kern="1200"/>
            <a:t>Functional Requirements:</a:t>
          </a:r>
          <a:endParaRPr lang="en-US" sz="1400" kern="1200"/>
        </a:p>
      </dsp:txBody>
      <dsp:txXfrm>
        <a:off x="0" y="0"/>
        <a:ext cx="1244867" cy="2715768"/>
      </dsp:txXfrm>
    </dsp:sp>
    <dsp:sp modelId="{44CD19A0-B0E3-814D-9914-69CFABDB2A4F}">
      <dsp:nvSpPr>
        <dsp:cNvPr id="0" name=""/>
        <dsp:cNvSpPr/>
      </dsp:nvSpPr>
      <dsp:spPr>
        <a:xfrm>
          <a:off x="1338232" y="25592"/>
          <a:ext cx="4886102" cy="5118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a:t>The system shall collect and store historical market data.</a:t>
          </a:r>
        </a:p>
      </dsp:txBody>
      <dsp:txXfrm>
        <a:off x="1338232" y="25592"/>
        <a:ext cx="4886102" cy="511858"/>
      </dsp:txXfrm>
    </dsp:sp>
    <dsp:sp modelId="{DCEB6A8A-9014-0A4F-AE33-B1DE367C4740}">
      <dsp:nvSpPr>
        <dsp:cNvPr id="0" name=""/>
        <dsp:cNvSpPr/>
      </dsp:nvSpPr>
      <dsp:spPr>
        <a:xfrm>
          <a:off x="1244867" y="537451"/>
          <a:ext cx="4979468"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9FD66A1-6BE9-004D-86B5-427038951FE6}">
      <dsp:nvSpPr>
        <dsp:cNvPr id="0" name=""/>
        <dsp:cNvSpPr/>
      </dsp:nvSpPr>
      <dsp:spPr>
        <a:xfrm>
          <a:off x="1338232" y="563044"/>
          <a:ext cx="4886102" cy="5118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a:t>The system shall analyze data and generate Buy/Sell trading signals.</a:t>
          </a:r>
        </a:p>
      </dsp:txBody>
      <dsp:txXfrm>
        <a:off x="1338232" y="563044"/>
        <a:ext cx="4886102" cy="511858"/>
      </dsp:txXfrm>
    </dsp:sp>
    <dsp:sp modelId="{630FBADB-7FF4-574B-8B4F-E5C94116CB26}">
      <dsp:nvSpPr>
        <dsp:cNvPr id="0" name=""/>
        <dsp:cNvSpPr/>
      </dsp:nvSpPr>
      <dsp:spPr>
        <a:xfrm>
          <a:off x="1244867" y="1074903"/>
          <a:ext cx="4979468"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708BF96-9E56-0246-B71C-2E69F89D64CB}">
      <dsp:nvSpPr>
        <dsp:cNvPr id="0" name=""/>
        <dsp:cNvSpPr/>
      </dsp:nvSpPr>
      <dsp:spPr>
        <a:xfrm>
          <a:off x="1338232" y="1100496"/>
          <a:ext cx="4886102" cy="5118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a:t>The system shall allow the trader to review and approve signals before execution.</a:t>
          </a:r>
        </a:p>
      </dsp:txBody>
      <dsp:txXfrm>
        <a:off x="1338232" y="1100496"/>
        <a:ext cx="4886102" cy="511858"/>
      </dsp:txXfrm>
    </dsp:sp>
    <dsp:sp modelId="{44E32DAF-E566-AB48-ADE9-FB4C6A2A3B0A}">
      <dsp:nvSpPr>
        <dsp:cNvPr id="0" name=""/>
        <dsp:cNvSpPr/>
      </dsp:nvSpPr>
      <dsp:spPr>
        <a:xfrm>
          <a:off x="1244867" y="1612354"/>
          <a:ext cx="4979468"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49D0867-37D3-874A-B320-A25FE8D1A334}">
      <dsp:nvSpPr>
        <dsp:cNvPr id="0" name=""/>
        <dsp:cNvSpPr/>
      </dsp:nvSpPr>
      <dsp:spPr>
        <a:xfrm>
          <a:off x="1338232" y="1637947"/>
          <a:ext cx="4886102" cy="5118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a:t>The system shall provide a web-based user interface for interaction.</a:t>
          </a:r>
        </a:p>
      </dsp:txBody>
      <dsp:txXfrm>
        <a:off x="1338232" y="1637947"/>
        <a:ext cx="4886102" cy="511858"/>
      </dsp:txXfrm>
    </dsp:sp>
    <dsp:sp modelId="{7DD63E25-7E63-E74E-9B96-EF1C31F85A7A}">
      <dsp:nvSpPr>
        <dsp:cNvPr id="0" name=""/>
        <dsp:cNvSpPr/>
      </dsp:nvSpPr>
      <dsp:spPr>
        <a:xfrm>
          <a:off x="1244867" y="2149806"/>
          <a:ext cx="4979468"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12CFDA3-6812-D04D-BE64-D7F842F91150}">
      <dsp:nvSpPr>
        <dsp:cNvPr id="0" name=""/>
        <dsp:cNvSpPr/>
      </dsp:nvSpPr>
      <dsp:spPr>
        <a:xfrm>
          <a:off x="1338232" y="2175399"/>
          <a:ext cx="4886102" cy="5118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a:t>The system shall display prediction results in a clear and understandable form.</a:t>
          </a:r>
        </a:p>
      </dsp:txBody>
      <dsp:txXfrm>
        <a:off x="1338232" y="2175399"/>
        <a:ext cx="4886102" cy="511858"/>
      </dsp:txXfrm>
    </dsp:sp>
    <dsp:sp modelId="{8A1E4517-64A1-4A43-A49E-FE34DD166C19}">
      <dsp:nvSpPr>
        <dsp:cNvPr id="0" name=""/>
        <dsp:cNvSpPr/>
      </dsp:nvSpPr>
      <dsp:spPr>
        <a:xfrm>
          <a:off x="1244867" y="2687257"/>
          <a:ext cx="4979468"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1ED1515-BBBE-DD45-8826-66F7C6195807}">
      <dsp:nvSpPr>
        <dsp:cNvPr id="0" name=""/>
        <dsp:cNvSpPr/>
      </dsp:nvSpPr>
      <dsp:spPr>
        <a:xfrm>
          <a:off x="0" y="2715768"/>
          <a:ext cx="6224335"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7F49E07-EC45-6940-92A4-6FF724864929}">
      <dsp:nvSpPr>
        <dsp:cNvPr id="0" name=""/>
        <dsp:cNvSpPr/>
      </dsp:nvSpPr>
      <dsp:spPr>
        <a:xfrm>
          <a:off x="0" y="2715768"/>
          <a:ext cx="1244867" cy="27157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b="1" kern="1200"/>
            <a:t>Non-Functional Requirements:</a:t>
          </a:r>
          <a:endParaRPr lang="en-US" sz="1400" kern="1200"/>
        </a:p>
      </dsp:txBody>
      <dsp:txXfrm>
        <a:off x="0" y="2715768"/>
        <a:ext cx="1244867" cy="2715768"/>
      </dsp:txXfrm>
    </dsp:sp>
    <dsp:sp modelId="{FA36B148-2A4C-9E4F-B404-E920ACE716C2}">
      <dsp:nvSpPr>
        <dsp:cNvPr id="0" name=""/>
        <dsp:cNvSpPr/>
      </dsp:nvSpPr>
      <dsp:spPr>
        <a:xfrm>
          <a:off x="1338232" y="2747692"/>
          <a:ext cx="4886102" cy="6384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a:t>The system shall provide accurate and reliable predictions.</a:t>
          </a:r>
        </a:p>
      </dsp:txBody>
      <dsp:txXfrm>
        <a:off x="1338232" y="2747692"/>
        <a:ext cx="4886102" cy="638497"/>
      </dsp:txXfrm>
    </dsp:sp>
    <dsp:sp modelId="{E4AB19F5-1245-2C47-8498-8D04CA5D1DF2}">
      <dsp:nvSpPr>
        <dsp:cNvPr id="0" name=""/>
        <dsp:cNvSpPr/>
      </dsp:nvSpPr>
      <dsp:spPr>
        <a:xfrm>
          <a:off x="1244867" y="3386190"/>
          <a:ext cx="4979468"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7DF21ED-3467-0A4D-83A6-7B4A751C7D4C}">
      <dsp:nvSpPr>
        <dsp:cNvPr id="0" name=""/>
        <dsp:cNvSpPr/>
      </dsp:nvSpPr>
      <dsp:spPr>
        <a:xfrm>
          <a:off x="1338232" y="3418114"/>
          <a:ext cx="4886102" cy="6384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a:t>The system shall respond quickly to user actions.</a:t>
          </a:r>
        </a:p>
      </dsp:txBody>
      <dsp:txXfrm>
        <a:off x="1338232" y="3418114"/>
        <a:ext cx="4886102" cy="638497"/>
      </dsp:txXfrm>
    </dsp:sp>
    <dsp:sp modelId="{741A13E5-FAF0-AC49-8B89-CB7B3BC0CA39}">
      <dsp:nvSpPr>
        <dsp:cNvPr id="0" name=""/>
        <dsp:cNvSpPr/>
      </dsp:nvSpPr>
      <dsp:spPr>
        <a:xfrm>
          <a:off x="1244867" y="4056612"/>
          <a:ext cx="4979468"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11A2EAD-C1BB-6E43-A7C3-DCC79B9DA9AE}">
      <dsp:nvSpPr>
        <dsp:cNvPr id="0" name=""/>
        <dsp:cNvSpPr/>
      </dsp:nvSpPr>
      <dsp:spPr>
        <a:xfrm>
          <a:off x="1338232" y="4088537"/>
          <a:ext cx="4886102" cy="6384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a:t>The system shall be easy to use, even for non-technical traders.</a:t>
          </a:r>
        </a:p>
      </dsp:txBody>
      <dsp:txXfrm>
        <a:off x="1338232" y="4088537"/>
        <a:ext cx="4886102" cy="638497"/>
      </dsp:txXfrm>
    </dsp:sp>
    <dsp:sp modelId="{7F324A0D-D5D6-6A47-9471-9FDBCD4510EE}">
      <dsp:nvSpPr>
        <dsp:cNvPr id="0" name=""/>
        <dsp:cNvSpPr/>
      </dsp:nvSpPr>
      <dsp:spPr>
        <a:xfrm>
          <a:off x="1244867" y="4727034"/>
          <a:ext cx="4979468"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AC2088B-9360-C04B-AA39-71FD5276784C}">
      <dsp:nvSpPr>
        <dsp:cNvPr id="0" name=""/>
        <dsp:cNvSpPr/>
      </dsp:nvSpPr>
      <dsp:spPr>
        <a:xfrm>
          <a:off x="1338232" y="4758959"/>
          <a:ext cx="4886102" cy="6384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a:t>The system shall ensure data security and system reliability.</a:t>
          </a:r>
        </a:p>
      </dsp:txBody>
      <dsp:txXfrm>
        <a:off x="1338232" y="4758959"/>
        <a:ext cx="4886102" cy="638497"/>
      </dsp:txXfrm>
    </dsp:sp>
    <dsp:sp modelId="{19C5B768-B20F-B048-B24D-4BB1DD9D05BB}">
      <dsp:nvSpPr>
        <dsp:cNvPr id="0" name=""/>
        <dsp:cNvSpPr/>
      </dsp:nvSpPr>
      <dsp:spPr>
        <a:xfrm>
          <a:off x="1244867" y="5397456"/>
          <a:ext cx="4979468"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BBB134-F517-0C4B-92E4-1FFDCEA3E7E8}">
      <dsp:nvSpPr>
        <dsp:cNvPr id="0" name=""/>
        <dsp:cNvSpPr/>
      </dsp:nvSpPr>
      <dsp:spPr>
        <a:xfrm>
          <a:off x="0" y="833340"/>
          <a:ext cx="6016378" cy="887445"/>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US" sz="3700" kern="1200" dirty="0"/>
            <a:t>Live market data integration.</a:t>
          </a:r>
        </a:p>
      </dsp:txBody>
      <dsp:txXfrm>
        <a:off x="43321" y="876661"/>
        <a:ext cx="5929736" cy="800803"/>
      </dsp:txXfrm>
    </dsp:sp>
    <dsp:sp modelId="{EF77C815-FB05-DE4F-A227-C61BAB77C90C}">
      <dsp:nvSpPr>
        <dsp:cNvPr id="0" name=""/>
        <dsp:cNvSpPr/>
      </dsp:nvSpPr>
      <dsp:spPr>
        <a:xfrm>
          <a:off x="0" y="1827345"/>
          <a:ext cx="6016378" cy="887445"/>
        </a:xfrm>
        <a:prstGeom prst="roundRect">
          <a:avLst/>
        </a:prstGeom>
        <a:solidFill>
          <a:schemeClr val="accent2">
            <a:hueOff val="1560506"/>
            <a:satOff val="-1946"/>
            <a:lumOff val="45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US" sz="3700" kern="1200" dirty="0"/>
            <a:t>More advanced AI models.</a:t>
          </a:r>
        </a:p>
      </dsp:txBody>
      <dsp:txXfrm>
        <a:off x="43321" y="1870666"/>
        <a:ext cx="5929736" cy="800803"/>
      </dsp:txXfrm>
    </dsp:sp>
    <dsp:sp modelId="{34536CC1-E984-BB4B-B500-C56EF40C364B}">
      <dsp:nvSpPr>
        <dsp:cNvPr id="0" name=""/>
        <dsp:cNvSpPr/>
      </dsp:nvSpPr>
      <dsp:spPr>
        <a:xfrm>
          <a:off x="0" y="2821350"/>
          <a:ext cx="6016378" cy="887445"/>
        </a:xfrm>
        <a:prstGeom prst="roundRect">
          <a:avLst/>
        </a:prstGeom>
        <a:solidFill>
          <a:schemeClr val="accent2">
            <a:hueOff val="3121013"/>
            <a:satOff val="-3893"/>
            <a:lumOff val="9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US" sz="3700" kern="1200" dirty="0"/>
            <a:t>Risk management module.</a:t>
          </a:r>
        </a:p>
      </dsp:txBody>
      <dsp:txXfrm>
        <a:off x="43321" y="2864671"/>
        <a:ext cx="5929736" cy="800803"/>
      </dsp:txXfrm>
    </dsp:sp>
    <dsp:sp modelId="{556F21A8-CF02-244A-84C4-0972AEE8CA07}">
      <dsp:nvSpPr>
        <dsp:cNvPr id="0" name=""/>
        <dsp:cNvSpPr/>
      </dsp:nvSpPr>
      <dsp:spPr>
        <a:xfrm>
          <a:off x="0" y="3815355"/>
          <a:ext cx="6016378" cy="887445"/>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US" sz="3700" kern="1200" dirty="0"/>
            <a:t>Mobile application support.</a:t>
          </a:r>
        </a:p>
      </dsp:txBody>
      <dsp:txXfrm>
        <a:off x="43321" y="3858676"/>
        <a:ext cx="5929736" cy="800803"/>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E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FF6A58-BD27-2E46-BDD8-36E490117C65}" type="datetimeFigureOut">
              <a:rPr lang="en-EG" smtClean="0"/>
              <a:t>22/12/2025</a:t>
            </a:fld>
            <a:endParaRPr lang="en-E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E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E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B64CC8-3687-374A-B45E-40264EC72B94}" type="slidenum">
              <a:rPr lang="en-EG" smtClean="0"/>
              <a:t>‹#›</a:t>
            </a:fld>
            <a:endParaRPr lang="en-EG"/>
          </a:p>
        </p:txBody>
      </p:sp>
    </p:spTree>
    <p:extLst>
      <p:ext uri="{BB962C8B-B14F-4D97-AF65-F5344CB8AC3E}">
        <p14:creationId xmlns:p14="http://schemas.microsoft.com/office/powerpoint/2010/main" val="23579083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EG"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5546F1-0AD7-4246-840E-A881EB7A5490}" type="slidenum">
              <a:rPr kumimoji="0" lang="en-EG"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EG"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328807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FB047-4386-9AE2-1077-593E3816AC9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EG"/>
          </a:p>
        </p:txBody>
      </p:sp>
      <p:sp>
        <p:nvSpPr>
          <p:cNvPr id="3" name="Subtitle 2">
            <a:extLst>
              <a:ext uri="{FF2B5EF4-FFF2-40B4-BE49-F238E27FC236}">
                <a16:creationId xmlns:a16="http://schemas.microsoft.com/office/drawing/2014/main" id="{70ABEA3F-5665-F421-E291-CD0457E17D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EG"/>
          </a:p>
        </p:txBody>
      </p:sp>
      <p:sp>
        <p:nvSpPr>
          <p:cNvPr id="4" name="Date Placeholder 3">
            <a:extLst>
              <a:ext uri="{FF2B5EF4-FFF2-40B4-BE49-F238E27FC236}">
                <a16:creationId xmlns:a16="http://schemas.microsoft.com/office/drawing/2014/main" id="{00EAB7F2-ED90-3E1C-0800-CAE551EB71AF}"/>
              </a:ext>
            </a:extLst>
          </p:cNvPr>
          <p:cNvSpPr>
            <a:spLocks noGrp="1"/>
          </p:cNvSpPr>
          <p:nvPr>
            <p:ph type="dt" sz="half" idx="10"/>
          </p:nvPr>
        </p:nvSpPr>
        <p:spPr/>
        <p:txBody>
          <a:bodyPr/>
          <a:lstStyle/>
          <a:p>
            <a:fld id="{23F668CA-73F1-9E4A-B198-644321349FC1}" type="datetime1">
              <a:rPr lang="en-US" smtClean="0"/>
              <a:t>12/22/25</a:t>
            </a:fld>
            <a:endParaRPr lang="en-EG"/>
          </a:p>
        </p:txBody>
      </p:sp>
      <p:sp>
        <p:nvSpPr>
          <p:cNvPr id="5" name="Footer Placeholder 4">
            <a:extLst>
              <a:ext uri="{FF2B5EF4-FFF2-40B4-BE49-F238E27FC236}">
                <a16:creationId xmlns:a16="http://schemas.microsoft.com/office/drawing/2014/main" id="{03459826-FF3E-0C1F-4783-B24E0911736A}"/>
              </a:ext>
            </a:extLst>
          </p:cNvPr>
          <p:cNvSpPr>
            <a:spLocks noGrp="1"/>
          </p:cNvSpPr>
          <p:nvPr>
            <p:ph type="ftr" sz="quarter" idx="11"/>
          </p:nvPr>
        </p:nvSpPr>
        <p:spPr/>
        <p:txBody>
          <a:bodyPr/>
          <a:lstStyle/>
          <a:p>
            <a:endParaRPr lang="en-EG"/>
          </a:p>
        </p:txBody>
      </p:sp>
      <p:sp>
        <p:nvSpPr>
          <p:cNvPr id="6" name="Slide Number Placeholder 5">
            <a:extLst>
              <a:ext uri="{FF2B5EF4-FFF2-40B4-BE49-F238E27FC236}">
                <a16:creationId xmlns:a16="http://schemas.microsoft.com/office/drawing/2014/main" id="{418ABCBD-296B-51A8-981E-BE3FFA17A68A}"/>
              </a:ext>
            </a:extLst>
          </p:cNvPr>
          <p:cNvSpPr>
            <a:spLocks noGrp="1"/>
          </p:cNvSpPr>
          <p:nvPr>
            <p:ph type="sldNum" sz="quarter" idx="12"/>
          </p:nvPr>
        </p:nvSpPr>
        <p:spPr/>
        <p:txBody>
          <a:bodyPr/>
          <a:lstStyle/>
          <a:p>
            <a:fld id="{FF2593CC-22F6-A44D-8729-33458736CAC2}" type="slidenum">
              <a:rPr lang="en-EG" smtClean="0"/>
              <a:t>‹#›</a:t>
            </a:fld>
            <a:endParaRPr lang="en-EG"/>
          </a:p>
        </p:txBody>
      </p:sp>
    </p:spTree>
    <p:extLst>
      <p:ext uri="{BB962C8B-B14F-4D97-AF65-F5344CB8AC3E}">
        <p14:creationId xmlns:p14="http://schemas.microsoft.com/office/powerpoint/2010/main" val="2897859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4AB09-6B29-46C8-78E5-D7AB18E86581}"/>
              </a:ext>
            </a:extLst>
          </p:cNvPr>
          <p:cNvSpPr>
            <a:spLocks noGrp="1"/>
          </p:cNvSpPr>
          <p:nvPr>
            <p:ph type="title"/>
          </p:nvPr>
        </p:nvSpPr>
        <p:spPr/>
        <p:txBody>
          <a:bodyPr/>
          <a:lstStyle/>
          <a:p>
            <a:r>
              <a:rPr lang="en-US"/>
              <a:t>Click to edit Master title style</a:t>
            </a:r>
            <a:endParaRPr lang="en-EG"/>
          </a:p>
        </p:txBody>
      </p:sp>
      <p:sp>
        <p:nvSpPr>
          <p:cNvPr id="3" name="Content Placeholder 2">
            <a:extLst>
              <a:ext uri="{FF2B5EF4-FFF2-40B4-BE49-F238E27FC236}">
                <a16:creationId xmlns:a16="http://schemas.microsoft.com/office/drawing/2014/main" id="{544D9F98-A962-1432-7CC7-FCCCA19C565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4" name="Date Placeholder 3">
            <a:extLst>
              <a:ext uri="{FF2B5EF4-FFF2-40B4-BE49-F238E27FC236}">
                <a16:creationId xmlns:a16="http://schemas.microsoft.com/office/drawing/2014/main" id="{9C3E403A-7896-4057-CB09-BE2777B05EAC}"/>
              </a:ext>
            </a:extLst>
          </p:cNvPr>
          <p:cNvSpPr>
            <a:spLocks noGrp="1"/>
          </p:cNvSpPr>
          <p:nvPr>
            <p:ph type="dt" sz="half" idx="10"/>
          </p:nvPr>
        </p:nvSpPr>
        <p:spPr/>
        <p:txBody>
          <a:bodyPr/>
          <a:lstStyle/>
          <a:p>
            <a:fld id="{CEF22687-06B1-9A4A-888D-56B95CA07CEA}" type="datetime1">
              <a:rPr lang="en-US" smtClean="0"/>
              <a:t>12/22/25</a:t>
            </a:fld>
            <a:endParaRPr lang="en-EG"/>
          </a:p>
        </p:txBody>
      </p:sp>
      <p:sp>
        <p:nvSpPr>
          <p:cNvPr id="5" name="Footer Placeholder 4">
            <a:extLst>
              <a:ext uri="{FF2B5EF4-FFF2-40B4-BE49-F238E27FC236}">
                <a16:creationId xmlns:a16="http://schemas.microsoft.com/office/drawing/2014/main" id="{09311FC8-420C-0C47-2DDD-6D538C6F9D72}"/>
              </a:ext>
            </a:extLst>
          </p:cNvPr>
          <p:cNvSpPr>
            <a:spLocks noGrp="1"/>
          </p:cNvSpPr>
          <p:nvPr>
            <p:ph type="ftr" sz="quarter" idx="11"/>
          </p:nvPr>
        </p:nvSpPr>
        <p:spPr/>
        <p:txBody>
          <a:bodyPr/>
          <a:lstStyle/>
          <a:p>
            <a:endParaRPr lang="en-EG"/>
          </a:p>
        </p:txBody>
      </p:sp>
      <p:sp>
        <p:nvSpPr>
          <p:cNvPr id="6" name="Slide Number Placeholder 5">
            <a:extLst>
              <a:ext uri="{FF2B5EF4-FFF2-40B4-BE49-F238E27FC236}">
                <a16:creationId xmlns:a16="http://schemas.microsoft.com/office/drawing/2014/main" id="{083F15BC-D1C1-E2B5-5C95-A7BD082232FF}"/>
              </a:ext>
            </a:extLst>
          </p:cNvPr>
          <p:cNvSpPr>
            <a:spLocks noGrp="1"/>
          </p:cNvSpPr>
          <p:nvPr>
            <p:ph type="sldNum" sz="quarter" idx="12"/>
          </p:nvPr>
        </p:nvSpPr>
        <p:spPr/>
        <p:txBody>
          <a:bodyPr/>
          <a:lstStyle/>
          <a:p>
            <a:fld id="{FF2593CC-22F6-A44D-8729-33458736CAC2}" type="slidenum">
              <a:rPr lang="en-EG" smtClean="0"/>
              <a:t>‹#›</a:t>
            </a:fld>
            <a:endParaRPr lang="en-EG"/>
          </a:p>
        </p:txBody>
      </p:sp>
    </p:spTree>
    <p:extLst>
      <p:ext uri="{BB962C8B-B14F-4D97-AF65-F5344CB8AC3E}">
        <p14:creationId xmlns:p14="http://schemas.microsoft.com/office/powerpoint/2010/main" val="13120373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D9CB2A-9CE9-03D1-B496-C07D7721AD0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EG"/>
          </a:p>
        </p:txBody>
      </p:sp>
      <p:sp>
        <p:nvSpPr>
          <p:cNvPr id="3" name="Text Placeholder 2">
            <a:extLst>
              <a:ext uri="{FF2B5EF4-FFF2-40B4-BE49-F238E27FC236}">
                <a16:creationId xmlns:a16="http://schemas.microsoft.com/office/drawing/2014/main" id="{8D7B6B23-7971-E87D-1259-855CD638E9F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35C5F5D-E240-7791-4FC9-ED63977F79E1}"/>
              </a:ext>
            </a:extLst>
          </p:cNvPr>
          <p:cNvSpPr>
            <a:spLocks noGrp="1"/>
          </p:cNvSpPr>
          <p:nvPr>
            <p:ph type="dt" sz="half" idx="10"/>
          </p:nvPr>
        </p:nvSpPr>
        <p:spPr/>
        <p:txBody>
          <a:bodyPr/>
          <a:lstStyle/>
          <a:p>
            <a:fld id="{0A4925E4-06F1-224F-9105-570744EF85DC}" type="datetime1">
              <a:rPr lang="en-US" smtClean="0"/>
              <a:t>12/22/25</a:t>
            </a:fld>
            <a:endParaRPr lang="en-EG"/>
          </a:p>
        </p:txBody>
      </p:sp>
      <p:sp>
        <p:nvSpPr>
          <p:cNvPr id="5" name="Footer Placeholder 4">
            <a:extLst>
              <a:ext uri="{FF2B5EF4-FFF2-40B4-BE49-F238E27FC236}">
                <a16:creationId xmlns:a16="http://schemas.microsoft.com/office/drawing/2014/main" id="{698686F2-ADA6-5330-9983-89E316D66812}"/>
              </a:ext>
            </a:extLst>
          </p:cNvPr>
          <p:cNvSpPr>
            <a:spLocks noGrp="1"/>
          </p:cNvSpPr>
          <p:nvPr>
            <p:ph type="ftr" sz="quarter" idx="11"/>
          </p:nvPr>
        </p:nvSpPr>
        <p:spPr/>
        <p:txBody>
          <a:bodyPr/>
          <a:lstStyle/>
          <a:p>
            <a:endParaRPr lang="en-EG"/>
          </a:p>
        </p:txBody>
      </p:sp>
      <p:sp>
        <p:nvSpPr>
          <p:cNvPr id="6" name="Slide Number Placeholder 5">
            <a:extLst>
              <a:ext uri="{FF2B5EF4-FFF2-40B4-BE49-F238E27FC236}">
                <a16:creationId xmlns:a16="http://schemas.microsoft.com/office/drawing/2014/main" id="{EE8C6F59-44E9-A31A-488E-4BF0193312CD}"/>
              </a:ext>
            </a:extLst>
          </p:cNvPr>
          <p:cNvSpPr>
            <a:spLocks noGrp="1"/>
          </p:cNvSpPr>
          <p:nvPr>
            <p:ph type="sldNum" sz="quarter" idx="12"/>
          </p:nvPr>
        </p:nvSpPr>
        <p:spPr/>
        <p:txBody>
          <a:bodyPr/>
          <a:lstStyle/>
          <a:p>
            <a:fld id="{FF2593CC-22F6-A44D-8729-33458736CAC2}" type="slidenum">
              <a:rPr lang="en-EG" smtClean="0"/>
              <a:t>‹#›</a:t>
            </a:fld>
            <a:endParaRPr lang="en-EG"/>
          </a:p>
        </p:txBody>
      </p:sp>
    </p:spTree>
    <p:extLst>
      <p:ext uri="{BB962C8B-B14F-4D97-AF65-F5344CB8AC3E}">
        <p14:creationId xmlns:p14="http://schemas.microsoft.com/office/powerpoint/2010/main" val="40795286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ED844-5F1E-95E4-5A0E-E4A435054F50}"/>
              </a:ext>
            </a:extLst>
          </p:cNvPr>
          <p:cNvSpPr>
            <a:spLocks noGrp="1"/>
          </p:cNvSpPr>
          <p:nvPr>
            <p:ph type="title"/>
          </p:nvPr>
        </p:nvSpPr>
        <p:spPr/>
        <p:txBody>
          <a:bodyPr/>
          <a:lstStyle/>
          <a:p>
            <a:r>
              <a:rPr lang="en-US"/>
              <a:t>Click to edit Master title style</a:t>
            </a:r>
            <a:endParaRPr lang="en-EG"/>
          </a:p>
        </p:txBody>
      </p:sp>
      <p:sp>
        <p:nvSpPr>
          <p:cNvPr id="3" name="Content Placeholder 2">
            <a:extLst>
              <a:ext uri="{FF2B5EF4-FFF2-40B4-BE49-F238E27FC236}">
                <a16:creationId xmlns:a16="http://schemas.microsoft.com/office/drawing/2014/main" id="{40DEEF7C-DBAC-1E85-13B1-3ED5FE404DB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4" name="Content Placeholder 3">
            <a:extLst>
              <a:ext uri="{FF2B5EF4-FFF2-40B4-BE49-F238E27FC236}">
                <a16:creationId xmlns:a16="http://schemas.microsoft.com/office/drawing/2014/main" id="{25FC2D1E-298E-7BBA-BBE9-77671FBD18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5" name="Date Placeholder 4">
            <a:extLst>
              <a:ext uri="{FF2B5EF4-FFF2-40B4-BE49-F238E27FC236}">
                <a16:creationId xmlns:a16="http://schemas.microsoft.com/office/drawing/2014/main" id="{9839F73D-F741-2C80-8CCE-CB71F6FD32F0}"/>
              </a:ext>
            </a:extLst>
          </p:cNvPr>
          <p:cNvSpPr>
            <a:spLocks noGrp="1"/>
          </p:cNvSpPr>
          <p:nvPr>
            <p:ph type="dt" sz="half" idx="10"/>
          </p:nvPr>
        </p:nvSpPr>
        <p:spPr/>
        <p:txBody>
          <a:bodyPr/>
          <a:lstStyle/>
          <a:p>
            <a:fld id="{34A2B320-29D1-BC42-B042-C20E5C306AE6}" type="datetime1">
              <a:rPr lang="en-US" smtClean="0"/>
              <a:t>12/22/25</a:t>
            </a:fld>
            <a:endParaRPr lang="en-EG"/>
          </a:p>
        </p:txBody>
      </p:sp>
      <p:sp>
        <p:nvSpPr>
          <p:cNvPr id="6" name="Footer Placeholder 5">
            <a:extLst>
              <a:ext uri="{FF2B5EF4-FFF2-40B4-BE49-F238E27FC236}">
                <a16:creationId xmlns:a16="http://schemas.microsoft.com/office/drawing/2014/main" id="{62A2CB70-D4DD-6350-4753-FFDDEE2BBCAC}"/>
              </a:ext>
            </a:extLst>
          </p:cNvPr>
          <p:cNvSpPr>
            <a:spLocks noGrp="1"/>
          </p:cNvSpPr>
          <p:nvPr>
            <p:ph type="ftr" sz="quarter" idx="11"/>
          </p:nvPr>
        </p:nvSpPr>
        <p:spPr/>
        <p:txBody>
          <a:bodyPr/>
          <a:lstStyle/>
          <a:p>
            <a:endParaRPr lang="en-EG"/>
          </a:p>
        </p:txBody>
      </p:sp>
      <p:sp>
        <p:nvSpPr>
          <p:cNvPr id="7" name="Slide Number Placeholder 6">
            <a:extLst>
              <a:ext uri="{FF2B5EF4-FFF2-40B4-BE49-F238E27FC236}">
                <a16:creationId xmlns:a16="http://schemas.microsoft.com/office/drawing/2014/main" id="{26B23037-0FAE-42CA-1316-4E9EAC4CDE4E}"/>
              </a:ext>
            </a:extLst>
          </p:cNvPr>
          <p:cNvSpPr>
            <a:spLocks noGrp="1"/>
          </p:cNvSpPr>
          <p:nvPr>
            <p:ph type="sldNum" sz="quarter" idx="12"/>
          </p:nvPr>
        </p:nvSpPr>
        <p:spPr/>
        <p:txBody>
          <a:bodyPr/>
          <a:lstStyle/>
          <a:p>
            <a:fld id="{FF2593CC-22F6-A44D-8729-33458736CAC2}" type="slidenum">
              <a:rPr lang="en-EG" smtClean="0"/>
              <a:t>‹#›</a:t>
            </a:fld>
            <a:endParaRPr lang="en-EG"/>
          </a:p>
        </p:txBody>
      </p:sp>
    </p:spTree>
    <p:extLst>
      <p:ext uri="{BB962C8B-B14F-4D97-AF65-F5344CB8AC3E}">
        <p14:creationId xmlns:p14="http://schemas.microsoft.com/office/powerpoint/2010/main" val="5126635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E736D-0C64-5B1F-69A5-3CD68E3B9DDA}"/>
              </a:ext>
            </a:extLst>
          </p:cNvPr>
          <p:cNvSpPr>
            <a:spLocks noGrp="1"/>
          </p:cNvSpPr>
          <p:nvPr>
            <p:ph type="title"/>
          </p:nvPr>
        </p:nvSpPr>
        <p:spPr>
          <a:xfrm>
            <a:off x="839788" y="365125"/>
            <a:ext cx="10515600" cy="1325563"/>
          </a:xfrm>
        </p:spPr>
        <p:txBody>
          <a:bodyPr/>
          <a:lstStyle/>
          <a:p>
            <a:r>
              <a:rPr lang="en-US"/>
              <a:t>Click to edit Master title style</a:t>
            </a:r>
            <a:endParaRPr lang="en-EG"/>
          </a:p>
        </p:txBody>
      </p:sp>
      <p:sp>
        <p:nvSpPr>
          <p:cNvPr id="3" name="Text Placeholder 2">
            <a:extLst>
              <a:ext uri="{FF2B5EF4-FFF2-40B4-BE49-F238E27FC236}">
                <a16:creationId xmlns:a16="http://schemas.microsoft.com/office/drawing/2014/main" id="{82D60CE3-BFDF-BE80-D308-9FCD622AB8F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DB726DE-7880-9CD8-3BB6-4F8338FF9F0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5" name="Text Placeholder 4">
            <a:extLst>
              <a:ext uri="{FF2B5EF4-FFF2-40B4-BE49-F238E27FC236}">
                <a16:creationId xmlns:a16="http://schemas.microsoft.com/office/drawing/2014/main" id="{BB2EECD9-A15D-CD45-0003-87CE32712CD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0754C00-6EE9-C7A9-A52B-1E9A41EDF5D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7" name="Date Placeholder 6">
            <a:extLst>
              <a:ext uri="{FF2B5EF4-FFF2-40B4-BE49-F238E27FC236}">
                <a16:creationId xmlns:a16="http://schemas.microsoft.com/office/drawing/2014/main" id="{FCE0DB3B-BC32-F65F-F940-86D13BCE4292}"/>
              </a:ext>
            </a:extLst>
          </p:cNvPr>
          <p:cNvSpPr>
            <a:spLocks noGrp="1"/>
          </p:cNvSpPr>
          <p:nvPr>
            <p:ph type="dt" sz="half" idx="10"/>
          </p:nvPr>
        </p:nvSpPr>
        <p:spPr/>
        <p:txBody>
          <a:bodyPr/>
          <a:lstStyle/>
          <a:p>
            <a:fld id="{A646B7C5-44A9-7445-9B46-06D173492811}" type="datetime1">
              <a:rPr lang="en-US" smtClean="0"/>
              <a:t>12/22/25</a:t>
            </a:fld>
            <a:endParaRPr lang="en-EG"/>
          </a:p>
        </p:txBody>
      </p:sp>
      <p:sp>
        <p:nvSpPr>
          <p:cNvPr id="8" name="Footer Placeholder 7">
            <a:extLst>
              <a:ext uri="{FF2B5EF4-FFF2-40B4-BE49-F238E27FC236}">
                <a16:creationId xmlns:a16="http://schemas.microsoft.com/office/drawing/2014/main" id="{BD61E83B-FB13-6F50-3651-94D1CF4E8FC4}"/>
              </a:ext>
            </a:extLst>
          </p:cNvPr>
          <p:cNvSpPr>
            <a:spLocks noGrp="1"/>
          </p:cNvSpPr>
          <p:nvPr>
            <p:ph type="ftr" sz="quarter" idx="11"/>
          </p:nvPr>
        </p:nvSpPr>
        <p:spPr/>
        <p:txBody>
          <a:bodyPr/>
          <a:lstStyle/>
          <a:p>
            <a:endParaRPr lang="en-EG"/>
          </a:p>
        </p:txBody>
      </p:sp>
      <p:sp>
        <p:nvSpPr>
          <p:cNvPr id="9" name="Slide Number Placeholder 8">
            <a:extLst>
              <a:ext uri="{FF2B5EF4-FFF2-40B4-BE49-F238E27FC236}">
                <a16:creationId xmlns:a16="http://schemas.microsoft.com/office/drawing/2014/main" id="{675ADAE3-381A-7248-FC9E-D58D21FCDFB7}"/>
              </a:ext>
            </a:extLst>
          </p:cNvPr>
          <p:cNvSpPr>
            <a:spLocks noGrp="1"/>
          </p:cNvSpPr>
          <p:nvPr>
            <p:ph type="sldNum" sz="quarter" idx="12"/>
          </p:nvPr>
        </p:nvSpPr>
        <p:spPr/>
        <p:txBody>
          <a:bodyPr/>
          <a:lstStyle/>
          <a:p>
            <a:fld id="{FF2593CC-22F6-A44D-8729-33458736CAC2}" type="slidenum">
              <a:rPr lang="en-EG" smtClean="0"/>
              <a:t>‹#›</a:t>
            </a:fld>
            <a:endParaRPr lang="en-EG"/>
          </a:p>
        </p:txBody>
      </p:sp>
    </p:spTree>
    <p:extLst>
      <p:ext uri="{BB962C8B-B14F-4D97-AF65-F5344CB8AC3E}">
        <p14:creationId xmlns:p14="http://schemas.microsoft.com/office/powerpoint/2010/main" val="411970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B78B7-3C0A-8A15-6952-1D19721E70ED}"/>
              </a:ext>
            </a:extLst>
          </p:cNvPr>
          <p:cNvSpPr>
            <a:spLocks noGrp="1"/>
          </p:cNvSpPr>
          <p:nvPr>
            <p:ph type="title"/>
          </p:nvPr>
        </p:nvSpPr>
        <p:spPr/>
        <p:txBody>
          <a:bodyPr/>
          <a:lstStyle/>
          <a:p>
            <a:r>
              <a:rPr lang="en-US"/>
              <a:t>Click to edit Master title style</a:t>
            </a:r>
            <a:endParaRPr lang="en-EG"/>
          </a:p>
        </p:txBody>
      </p:sp>
      <p:sp>
        <p:nvSpPr>
          <p:cNvPr id="3" name="Date Placeholder 2">
            <a:extLst>
              <a:ext uri="{FF2B5EF4-FFF2-40B4-BE49-F238E27FC236}">
                <a16:creationId xmlns:a16="http://schemas.microsoft.com/office/drawing/2014/main" id="{6CB442BA-564F-5E68-675F-4F776F71F0D0}"/>
              </a:ext>
            </a:extLst>
          </p:cNvPr>
          <p:cNvSpPr>
            <a:spLocks noGrp="1"/>
          </p:cNvSpPr>
          <p:nvPr>
            <p:ph type="dt" sz="half" idx="10"/>
          </p:nvPr>
        </p:nvSpPr>
        <p:spPr/>
        <p:txBody>
          <a:bodyPr/>
          <a:lstStyle/>
          <a:p>
            <a:fld id="{08D8FC43-DF8D-8F4A-B291-5F2E1BD57FBA}" type="datetime1">
              <a:rPr lang="en-US" smtClean="0"/>
              <a:t>12/22/25</a:t>
            </a:fld>
            <a:endParaRPr lang="en-EG"/>
          </a:p>
        </p:txBody>
      </p:sp>
      <p:sp>
        <p:nvSpPr>
          <p:cNvPr id="4" name="Footer Placeholder 3">
            <a:extLst>
              <a:ext uri="{FF2B5EF4-FFF2-40B4-BE49-F238E27FC236}">
                <a16:creationId xmlns:a16="http://schemas.microsoft.com/office/drawing/2014/main" id="{BF406FF1-67DC-525F-2FF7-E8C6B90D8454}"/>
              </a:ext>
            </a:extLst>
          </p:cNvPr>
          <p:cNvSpPr>
            <a:spLocks noGrp="1"/>
          </p:cNvSpPr>
          <p:nvPr>
            <p:ph type="ftr" sz="quarter" idx="11"/>
          </p:nvPr>
        </p:nvSpPr>
        <p:spPr/>
        <p:txBody>
          <a:bodyPr/>
          <a:lstStyle/>
          <a:p>
            <a:endParaRPr lang="en-EG"/>
          </a:p>
        </p:txBody>
      </p:sp>
      <p:sp>
        <p:nvSpPr>
          <p:cNvPr id="5" name="Slide Number Placeholder 4">
            <a:extLst>
              <a:ext uri="{FF2B5EF4-FFF2-40B4-BE49-F238E27FC236}">
                <a16:creationId xmlns:a16="http://schemas.microsoft.com/office/drawing/2014/main" id="{5F71B91C-71FC-DD13-B654-4FF41153ABCE}"/>
              </a:ext>
            </a:extLst>
          </p:cNvPr>
          <p:cNvSpPr>
            <a:spLocks noGrp="1"/>
          </p:cNvSpPr>
          <p:nvPr>
            <p:ph type="sldNum" sz="quarter" idx="12"/>
          </p:nvPr>
        </p:nvSpPr>
        <p:spPr/>
        <p:txBody>
          <a:bodyPr/>
          <a:lstStyle/>
          <a:p>
            <a:fld id="{FF2593CC-22F6-A44D-8729-33458736CAC2}" type="slidenum">
              <a:rPr lang="en-EG" smtClean="0"/>
              <a:t>‹#›</a:t>
            </a:fld>
            <a:endParaRPr lang="en-EG"/>
          </a:p>
        </p:txBody>
      </p:sp>
    </p:spTree>
    <p:extLst>
      <p:ext uri="{BB962C8B-B14F-4D97-AF65-F5344CB8AC3E}">
        <p14:creationId xmlns:p14="http://schemas.microsoft.com/office/powerpoint/2010/main" val="33450299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1D80F13-FF8C-630B-78B3-E3976CAEC851}"/>
              </a:ext>
            </a:extLst>
          </p:cNvPr>
          <p:cNvSpPr>
            <a:spLocks noGrp="1"/>
          </p:cNvSpPr>
          <p:nvPr>
            <p:ph type="dt" sz="half" idx="10"/>
          </p:nvPr>
        </p:nvSpPr>
        <p:spPr/>
        <p:txBody>
          <a:bodyPr/>
          <a:lstStyle/>
          <a:p>
            <a:fld id="{F73D2ACD-FF9D-0244-9607-A429520C63FD}" type="datetime1">
              <a:rPr lang="en-US" smtClean="0"/>
              <a:t>12/22/25</a:t>
            </a:fld>
            <a:endParaRPr lang="en-EG"/>
          </a:p>
        </p:txBody>
      </p:sp>
      <p:sp>
        <p:nvSpPr>
          <p:cNvPr id="3" name="Footer Placeholder 2">
            <a:extLst>
              <a:ext uri="{FF2B5EF4-FFF2-40B4-BE49-F238E27FC236}">
                <a16:creationId xmlns:a16="http://schemas.microsoft.com/office/drawing/2014/main" id="{96BAC9EE-B56C-5602-9965-FFF80456B09B}"/>
              </a:ext>
            </a:extLst>
          </p:cNvPr>
          <p:cNvSpPr>
            <a:spLocks noGrp="1"/>
          </p:cNvSpPr>
          <p:nvPr>
            <p:ph type="ftr" sz="quarter" idx="11"/>
          </p:nvPr>
        </p:nvSpPr>
        <p:spPr/>
        <p:txBody>
          <a:bodyPr/>
          <a:lstStyle/>
          <a:p>
            <a:endParaRPr lang="en-EG"/>
          </a:p>
        </p:txBody>
      </p:sp>
      <p:sp>
        <p:nvSpPr>
          <p:cNvPr id="4" name="Slide Number Placeholder 3">
            <a:extLst>
              <a:ext uri="{FF2B5EF4-FFF2-40B4-BE49-F238E27FC236}">
                <a16:creationId xmlns:a16="http://schemas.microsoft.com/office/drawing/2014/main" id="{A357BAEA-FC67-C0EB-73BC-E24EFAF5B96A}"/>
              </a:ext>
            </a:extLst>
          </p:cNvPr>
          <p:cNvSpPr>
            <a:spLocks noGrp="1"/>
          </p:cNvSpPr>
          <p:nvPr>
            <p:ph type="sldNum" sz="quarter" idx="12"/>
          </p:nvPr>
        </p:nvSpPr>
        <p:spPr/>
        <p:txBody>
          <a:bodyPr/>
          <a:lstStyle/>
          <a:p>
            <a:fld id="{FF2593CC-22F6-A44D-8729-33458736CAC2}" type="slidenum">
              <a:rPr lang="en-EG" smtClean="0"/>
              <a:t>‹#›</a:t>
            </a:fld>
            <a:endParaRPr lang="en-EG"/>
          </a:p>
        </p:txBody>
      </p:sp>
    </p:spTree>
    <p:extLst>
      <p:ext uri="{BB962C8B-B14F-4D97-AF65-F5344CB8AC3E}">
        <p14:creationId xmlns:p14="http://schemas.microsoft.com/office/powerpoint/2010/main" val="35233413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F14E51-2191-E0E7-7414-5B038170CC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EG"/>
          </a:p>
        </p:txBody>
      </p:sp>
      <p:sp>
        <p:nvSpPr>
          <p:cNvPr id="3" name="Content Placeholder 2">
            <a:extLst>
              <a:ext uri="{FF2B5EF4-FFF2-40B4-BE49-F238E27FC236}">
                <a16:creationId xmlns:a16="http://schemas.microsoft.com/office/drawing/2014/main" id="{13503D79-DFCE-1135-31CF-DB4CBC59CF3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4" name="Text Placeholder 3">
            <a:extLst>
              <a:ext uri="{FF2B5EF4-FFF2-40B4-BE49-F238E27FC236}">
                <a16:creationId xmlns:a16="http://schemas.microsoft.com/office/drawing/2014/main" id="{4B7B1F23-A1F6-226C-979F-B7ED0D5A3E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B059AFB-9CD3-3024-AF79-33E62EEC3921}"/>
              </a:ext>
            </a:extLst>
          </p:cNvPr>
          <p:cNvSpPr>
            <a:spLocks noGrp="1"/>
          </p:cNvSpPr>
          <p:nvPr>
            <p:ph type="dt" sz="half" idx="10"/>
          </p:nvPr>
        </p:nvSpPr>
        <p:spPr/>
        <p:txBody>
          <a:bodyPr/>
          <a:lstStyle/>
          <a:p>
            <a:fld id="{2C3CF22B-9058-4148-8B38-3CFE7EC0CD02}" type="datetime1">
              <a:rPr lang="en-US" smtClean="0"/>
              <a:t>12/22/25</a:t>
            </a:fld>
            <a:endParaRPr lang="en-EG"/>
          </a:p>
        </p:txBody>
      </p:sp>
      <p:sp>
        <p:nvSpPr>
          <p:cNvPr id="6" name="Footer Placeholder 5">
            <a:extLst>
              <a:ext uri="{FF2B5EF4-FFF2-40B4-BE49-F238E27FC236}">
                <a16:creationId xmlns:a16="http://schemas.microsoft.com/office/drawing/2014/main" id="{BA8596E8-F4BA-D2D2-A654-728FDB7EA3BB}"/>
              </a:ext>
            </a:extLst>
          </p:cNvPr>
          <p:cNvSpPr>
            <a:spLocks noGrp="1"/>
          </p:cNvSpPr>
          <p:nvPr>
            <p:ph type="ftr" sz="quarter" idx="11"/>
          </p:nvPr>
        </p:nvSpPr>
        <p:spPr/>
        <p:txBody>
          <a:bodyPr/>
          <a:lstStyle/>
          <a:p>
            <a:endParaRPr lang="en-EG"/>
          </a:p>
        </p:txBody>
      </p:sp>
      <p:sp>
        <p:nvSpPr>
          <p:cNvPr id="7" name="Slide Number Placeholder 6">
            <a:extLst>
              <a:ext uri="{FF2B5EF4-FFF2-40B4-BE49-F238E27FC236}">
                <a16:creationId xmlns:a16="http://schemas.microsoft.com/office/drawing/2014/main" id="{ADDF95BA-880C-6038-43C1-912A8201EDE5}"/>
              </a:ext>
            </a:extLst>
          </p:cNvPr>
          <p:cNvSpPr>
            <a:spLocks noGrp="1"/>
          </p:cNvSpPr>
          <p:nvPr>
            <p:ph type="sldNum" sz="quarter" idx="12"/>
          </p:nvPr>
        </p:nvSpPr>
        <p:spPr/>
        <p:txBody>
          <a:bodyPr/>
          <a:lstStyle/>
          <a:p>
            <a:fld id="{FF2593CC-22F6-A44D-8729-33458736CAC2}" type="slidenum">
              <a:rPr lang="en-EG" smtClean="0"/>
              <a:t>‹#›</a:t>
            </a:fld>
            <a:endParaRPr lang="en-EG"/>
          </a:p>
        </p:txBody>
      </p:sp>
    </p:spTree>
    <p:extLst>
      <p:ext uri="{BB962C8B-B14F-4D97-AF65-F5344CB8AC3E}">
        <p14:creationId xmlns:p14="http://schemas.microsoft.com/office/powerpoint/2010/main" val="18410076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25F7F-061B-AC56-9226-35F6810CC59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EG"/>
          </a:p>
        </p:txBody>
      </p:sp>
      <p:sp>
        <p:nvSpPr>
          <p:cNvPr id="3" name="Picture Placeholder 2">
            <a:extLst>
              <a:ext uri="{FF2B5EF4-FFF2-40B4-BE49-F238E27FC236}">
                <a16:creationId xmlns:a16="http://schemas.microsoft.com/office/drawing/2014/main" id="{AAD3CB4A-F292-8D1E-CBD2-C3C0F18085F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EG"/>
          </a:p>
        </p:txBody>
      </p:sp>
      <p:sp>
        <p:nvSpPr>
          <p:cNvPr id="4" name="Text Placeholder 3">
            <a:extLst>
              <a:ext uri="{FF2B5EF4-FFF2-40B4-BE49-F238E27FC236}">
                <a16:creationId xmlns:a16="http://schemas.microsoft.com/office/drawing/2014/main" id="{9A697A74-5326-7C48-A7DD-5E80436A08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56217D-4C3E-929A-D9CB-FF48DAC8F623}"/>
              </a:ext>
            </a:extLst>
          </p:cNvPr>
          <p:cNvSpPr>
            <a:spLocks noGrp="1"/>
          </p:cNvSpPr>
          <p:nvPr>
            <p:ph type="dt" sz="half" idx="10"/>
          </p:nvPr>
        </p:nvSpPr>
        <p:spPr/>
        <p:txBody>
          <a:bodyPr/>
          <a:lstStyle/>
          <a:p>
            <a:fld id="{C4AB7419-7CFC-C640-8559-06F4464514D3}" type="datetime1">
              <a:rPr lang="en-US" smtClean="0"/>
              <a:t>12/22/25</a:t>
            </a:fld>
            <a:endParaRPr lang="en-EG"/>
          </a:p>
        </p:txBody>
      </p:sp>
      <p:sp>
        <p:nvSpPr>
          <p:cNvPr id="6" name="Footer Placeholder 5">
            <a:extLst>
              <a:ext uri="{FF2B5EF4-FFF2-40B4-BE49-F238E27FC236}">
                <a16:creationId xmlns:a16="http://schemas.microsoft.com/office/drawing/2014/main" id="{A2961053-2084-B9A8-4DF1-227AEC159327}"/>
              </a:ext>
            </a:extLst>
          </p:cNvPr>
          <p:cNvSpPr>
            <a:spLocks noGrp="1"/>
          </p:cNvSpPr>
          <p:nvPr>
            <p:ph type="ftr" sz="quarter" idx="11"/>
          </p:nvPr>
        </p:nvSpPr>
        <p:spPr/>
        <p:txBody>
          <a:bodyPr/>
          <a:lstStyle/>
          <a:p>
            <a:endParaRPr lang="en-EG"/>
          </a:p>
        </p:txBody>
      </p:sp>
      <p:sp>
        <p:nvSpPr>
          <p:cNvPr id="7" name="Slide Number Placeholder 6">
            <a:extLst>
              <a:ext uri="{FF2B5EF4-FFF2-40B4-BE49-F238E27FC236}">
                <a16:creationId xmlns:a16="http://schemas.microsoft.com/office/drawing/2014/main" id="{5A02BE47-2E94-0A98-C160-1E3D08FFC760}"/>
              </a:ext>
            </a:extLst>
          </p:cNvPr>
          <p:cNvSpPr>
            <a:spLocks noGrp="1"/>
          </p:cNvSpPr>
          <p:nvPr>
            <p:ph type="sldNum" sz="quarter" idx="12"/>
          </p:nvPr>
        </p:nvSpPr>
        <p:spPr/>
        <p:txBody>
          <a:bodyPr/>
          <a:lstStyle/>
          <a:p>
            <a:fld id="{FF2593CC-22F6-A44D-8729-33458736CAC2}" type="slidenum">
              <a:rPr lang="en-EG" smtClean="0"/>
              <a:t>‹#›</a:t>
            </a:fld>
            <a:endParaRPr lang="en-EG"/>
          </a:p>
        </p:txBody>
      </p:sp>
    </p:spTree>
    <p:extLst>
      <p:ext uri="{BB962C8B-B14F-4D97-AF65-F5344CB8AC3E}">
        <p14:creationId xmlns:p14="http://schemas.microsoft.com/office/powerpoint/2010/main" val="27945950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320F6-6243-1997-4518-99AF7BD483B1}"/>
              </a:ext>
            </a:extLst>
          </p:cNvPr>
          <p:cNvSpPr>
            <a:spLocks noGrp="1"/>
          </p:cNvSpPr>
          <p:nvPr>
            <p:ph type="title"/>
          </p:nvPr>
        </p:nvSpPr>
        <p:spPr/>
        <p:txBody>
          <a:bodyPr/>
          <a:lstStyle/>
          <a:p>
            <a:r>
              <a:rPr lang="en-US"/>
              <a:t>Click to edit Master title style</a:t>
            </a:r>
            <a:endParaRPr lang="en-EG"/>
          </a:p>
        </p:txBody>
      </p:sp>
      <p:sp>
        <p:nvSpPr>
          <p:cNvPr id="3" name="Vertical Text Placeholder 2">
            <a:extLst>
              <a:ext uri="{FF2B5EF4-FFF2-40B4-BE49-F238E27FC236}">
                <a16:creationId xmlns:a16="http://schemas.microsoft.com/office/drawing/2014/main" id="{5F3381AA-11B8-AE58-364E-F4ACE16A459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4" name="Date Placeholder 3">
            <a:extLst>
              <a:ext uri="{FF2B5EF4-FFF2-40B4-BE49-F238E27FC236}">
                <a16:creationId xmlns:a16="http://schemas.microsoft.com/office/drawing/2014/main" id="{A7AE695B-ABF9-1C84-0DB7-13137CA29F38}"/>
              </a:ext>
            </a:extLst>
          </p:cNvPr>
          <p:cNvSpPr>
            <a:spLocks noGrp="1"/>
          </p:cNvSpPr>
          <p:nvPr>
            <p:ph type="dt" sz="half" idx="10"/>
          </p:nvPr>
        </p:nvSpPr>
        <p:spPr/>
        <p:txBody>
          <a:bodyPr/>
          <a:lstStyle/>
          <a:p>
            <a:fld id="{EC3E2FDE-C5CF-5A42-9D41-923DDA308308}" type="datetime1">
              <a:rPr lang="en-US" smtClean="0"/>
              <a:t>12/22/25</a:t>
            </a:fld>
            <a:endParaRPr lang="en-EG"/>
          </a:p>
        </p:txBody>
      </p:sp>
      <p:sp>
        <p:nvSpPr>
          <p:cNvPr id="5" name="Footer Placeholder 4">
            <a:extLst>
              <a:ext uri="{FF2B5EF4-FFF2-40B4-BE49-F238E27FC236}">
                <a16:creationId xmlns:a16="http://schemas.microsoft.com/office/drawing/2014/main" id="{63141840-61CC-8240-0335-58C61EB9B4B6}"/>
              </a:ext>
            </a:extLst>
          </p:cNvPr>
          <p:cNvSpPr>
            <a:spLocks noGrp="1"/>
          </p:cNvSpPr>
          <p:nvPr>
            <p:ph type="ftr" sz="quarter" idx="11"/>
          </p:nvPr>
        </p:nvSpPr>
        <p:spPr/>
        <p:txBody>
          <a:bodyPr/>
          <a:lstStyle/>
          <a:p>
            <a:endParaRPr lang="en-EG"/>
          </a:p>
        </p:txBody>
      </p:sp>
      <p:sp>
        <p:nvSpPr>
          <p:cNvPr id="6" name="Slide Number Placeholder 5">
            <a:extLst>
              <a:ext uri="{FF2B5EF4-FFF2-40B4-BE49-F238E27FC236}">
                <a16:creationId xmlns:a16="http://schemas.microsoft.com/office/drawing/2014/main" id="{19D99E8F-B980-EB65-2A02-2C8F9D05FED5}"/>
              </a:ext>
            </a:extLst>
          </p:cNvPr>
          <p:cNvSpPr>
            <a:spLocks noGrp="1"/>
          </p:cNvSpPr>
          <p:nvPr>
            <p:ph type="sldNum" sz="quarter" idx="12"/>
          </p:nvPr>
        </p:nvSpPr>
        <p:spPr/>
        <p:txBody>
          <a:bodyPr/>
          <a:lstStyle/>
          <a:p>
            <a:fld id="{FF2593CC-22F6-A44D-8729-33458736CAC2}" type="slidenum">
              <a:rPr lang="en-EG" smtClean="0"/>
              <a:t>‹#›</a:t>
            </a:fld>
            <a:endParaRPr lang="en-EG"/>
          </a:p>
        </p:txBody>
      </p:sp>
    </p:spTree>
    <p:extLst>
      <p:ext uri="{BB962C8B-B14F-4D97-AF65-F5344CB8AC3E}">
        <p14:creationId xmlns:p14="http://schemas.microsoft.com/office/powerpoint/2010/main" val="14226183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AA759EB-44C7-42EC-20FA-732E9BCA9BC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EG"/>
          </a:p>
        </p:txBody>
      </p:sp>
      <p:sp>
        <p:nvSpPr>
          <p:cNvPr id="3" name="Vertical Text Placeholder 2">
            <a:extLst>
              <a:ext uri="{FF2B5EF4-FFF2-40B4-BE49-F238E27FC236}">
                <a16:creationId xmlns:a16="http://schemas.microsoft.com/office/drawing/2014/main" id="{9FC65C34-ACBA-EEFD-8637-1523D8AFA71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4" name="Date Placeholder 3">
            <a:extLst>
              <a:ext uri="{FF2B5EF4-FFF2-40B4-BE49-F238E27FC236}">
                <a16:creationId xmlns:a16="http://schemas.microsoft.com/office/drawing/2014/main" id="{8FFE7715-0AAC-0A9C-8FC6-F949C07F4DEC}"/>
              </a:ext>
            </a:extLst>
          </p:cNvPr>
          <p:cNvSpPr>
            <a:spLocks noGrp="1"/>
          </p:cNvSpPr>
          <p:nvPr>
            <p:ph type="dt" sz="half" idx="10"/>
          </p:nvPr>
        </p:nvSpPr>
        <p:spPr/>
        <p:txBody>
          <a:bodyPr/>
          <a:lstStyle/>
          <a:p>
            <a:fld id="{6FC977DE-639C-2148-95D9-545AB1FAA550}" type="datetime1">
              <a:rPr lang="en-US" smtClean="0"/>
              <a:t>12/22/25</a:t>
            </a:fld>
            <a:endParaRPr lang="en-EG"/>
          </a:p>
        </p:txBody>
      </p:sp>
      <p:sp>
        <p:nvSpPr>
          <p:cNvPr id="5" name="Footer Placeholder 4">
            <a:extLst>
              <a:ext uri="{FF2B5EF4-FFF2-40B4-BE49-F238E27FC236}">
                <a16:creationId xmlns:a16="http://schemas.microsoft.com/office/drawing/2014/main" id="{074C7192-ACFC-E5EB-0E8B-C87A0DF403DD}"/>
              </a:ext>
            </a:extLst>
          </p:cNvPr>
          <p:cNvSpPr>
            <a:spLocks noGrp="1"/>
          </p:cNvSpPr>
          <p:nvPr>
            <p:ph type="ftr" sz="quarter" idx="11"/>
          </p:nvPr>
        </p:nvSpPr>
        <p:spPr/>
        <p:txBody>
          <a:bodyPr/>
          <a:lstStyle/>
          <a:p>
            <a:endParaRPr lang="en-EG"/>
          </a:p>
        </p:txBody>
      </p:sp>
      <p:sp>
        <p:nvSpPr>
          <p:cNvPr id="6" name="Slide Number Placeholder 5">
            <a:extLst>
              <a:ext uri="{FF2B5EF4-FFF2-40B4-BE49-F238E27FC236}">
                <a16:creationId xmlns:a16="http://schemas.microsoft.com/office/drawing/2014/main" id="{00065AFF-2397-0A0C-9A6E-9CD24F5BE8A8}"/>
              </a:ext>
            </a:extLst>
          </p:cNvPr>
          <p:cNvSpPr>
            <a:spLocks noGrp="1"/>
          </p:cNvSpPr>
          <p:nvPr>
            <p:ph type="sldNum" sz="quarter" idx="12"/>
          </p:nvPr>
        </p:nvSpPr>
        <p:spPr/>
        <p:txBody>
          <a:bodyPr/>
          <a:lstStyle/>
          <a:p>
            <a:fld id="{FF2593CC-22F6-A44D-8729-33458736CAC2}" type="slidenum">
              <a:rPr lang="en-EG" smtClean="0"/>
              <a:t>‹#›</a:t>
            </a:fld>
            <a:endParaRPr lang="en-EG"/>
          </a:p>
        </p:txBody>
      </p:sp>
    </p:spTree>
    <p:extLst>
      <p:ext uri="{BB962C8B-B14F-4D97-AF65-F5344CB8AC3E}">
        <p14:creationId xmlns:p14="http://schemas.microsoft.com/office/powerpoint/2010/main" val="19843291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BF058-E28C-9C93-5219-C51333268E2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EG"/>
          </a:p>
        </p:txBody>
      </p:sp>
      <p:sp>
        <p:nvSpPr>
          <p:cNvPr id="3" name="Subtitle 2">
            <a:extLst>
              <a:ext uri="{FF2B5EF4-FFF2-40B4-BE49-F238E27FC236}">
                <a16:creationId xmlns:a16="http://schemas.microsoft.com/office/drawing/2014/main" id="{3F8C488B-980D-F21B-281B-6D82917399E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EG"/>
          </a:p>
        </p:txBody>
      </p:sp>
      <p:sp>
        <p:nvSpPr>
          <p:cNvPr id="4" name="Date Placeholder 3">
            <a:extLst>
              <a:ext uri="{FF2B5EF4-FFF2-40B4-BE49-F238E27FC236}">
                <a16:creationId xmlns:a16="http://schemas.microsoft.com/office/drawing/2014/main" id="{76CC0E44-C2C9-B6F7-1C89-39ED02BEB28F}"/>
              </a:ext>
            </a:extLst>
          </p:cNvPr>
          <p:cNvSpPr>
            <a:spLocks noGrp="1"/>
          </p:cNvSpPr>
          <p:nvPr>
            <p:ph type="dt" sz="half" idx="10"/>
          </p:nvPr>
        </p:nvSpPr>
        <p:spPr/>
        <p:txBody>
          <a:bodyPr/>
          <a:lstStyle/>
          <a:p>
            <a:fld id="{7854F6A5-4CBF-AC46-82F0-21C5FCA93B27}" type="datetime1">
              <a:rPr lang="en-US" smtClean="0"/>
              <a:t>12/22/25</a:t>
            </a:fld>
            <a:endParaRPr lang="en-EG"/>
          </a:p>
        </p:txBody>
      </p:sp>
      <p:sp>
        <p:nvSpPr>
          <p:cNvPr id="5" name="Footer Placeholder 4">
            <a:extLst>
              <a:ext uri="{FF2B5EF4-FFF2-40B4-BE49-F238E27FC236}">
                <a16:creationId xmlns:a16="http://schemas.microsoft.com/office/drawing/2014/main" id="{9094CDC3-ADD1-F42F-52B3-7D9F37DE94FB}"/>
              </a:ext>
            </a:extLst>
          </p:cNvPr>
          <p:cNvSpPr>
            <a:spLocks noGrp="1"/>
          </p:cNvSpPr>
          <p:nvPr>
            <p:ph type="ftr" sz="quarter" idx="11"/>
          </p:nvPr>
        </p:nvSpPr>
        <p:spPr/>
        <p:txBody>
          <a:bodyPr/>
          <a:lstStyle/>
          <a:p>
            <a:endParaRPr lang="en-EG"/>
          </a:p>
        </p:txBody>
      </p:sp>
      <p:sp>
        <p:nvSpPr>
          <p:cNvPr id="6" name="Slide Number Placeholder 5">
            <a:extLst>
              <a:ext uri="{FF2B5EF4-FFF2-40B4-BE49-F238E27FC236}">
                <a16:creationId xmlns:a16="http://schemas.microsoft.com/office/drawing/2014/main" id="{98A44D0E-EB07-59C4-1EA6-7348EF275185}"/>
              </a:ext>
            </a:extLst>
          </p:cNvPr>
          <p:cNvSpPr>
            <a:spLocks noGrp="1"/>
          </p:cNvSpPr>
          <p:nvPr>
            <p:ph type="sldNum" sz="quarter" idx="12"/>
          </p:nvPr>
        </p:nvSpPr>
        <p:spPr/>
        <p:txBody>
          <a:bodyPr/>
          <a:lstStyle/>
          <a:p>
            <a:fld id="{9946287B-3B8A-AB41-8A6B-DD15903AF9C3}" type="slidenum">
              <a:rPr lang="en-EG" smtClean="0"/>
              <a:t>‹#›</a:t>
            </a:fld>
            <a:endParaRPr lang="en-EG"/>
          </a:p>
        </p:txBody>
      </p:sp>
    </p:spTree>
    <p:extLst>
      <p:ext uri="{BB962C8B-B14F-4D97-AF65-F5344CB8AC3E}">
        <p14:creationId xmlns:p14="http://schemas.microsoft.com/office/powerpoint/2010/main" val="14600521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D3AB5-3DB4-C4A9-920F-8FB546B6447E}"/>
              </a:ext>
            </a:extLst>
          </p:cNvPr>
          <p:cNvSpPr>
            <a:spLocks noGrp="1"/>
          </p:cNvSpPr>
          <p:nvPr>
            <p:ph type="title"/>
          </p:nvPr>
        </p:nvSpPr>
        <p:spPr/>
        <p:txBody>
          <a:bodyPr/>
          <a:lstStyle/>
          <a:p>
            <a:r>
              <a:rPr lang="en-US"/>
              <a:t>Click to edit Master title style</a:t>
            </a:r>
            <a:endParaRPr lang="en-EG"/>
          </a:p>
        </p:txBody>
      </p:sp>
      <p:sp>
        <p:nvSpPr>
          <p:cNvPr id="3" name="Content Placeholder 2">
            <a:extLst>
              <a:ext uri="{FF2B5EF4-FFF2-40B4-BE49-F238E27FC236}">
                <a16:creationId xmlns:a16="http://schemas.microsoft.com/office/drawing/2014/main" id="{71910A08-406D-5C29-7E65-9A732B4D9AE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4" name="Date Placeholder 3">
            <a:extLst>
              <a:ext uri="{FF2B5EF4-FFF2-40B4-BE49-F238E27FC236}">
                <a16:creationId xmlns:a16="http://schemas.microsoft.com/office/drawing/2014/main" id="{B273764E-9A8C-867B-71A5-04415D3EFBE7}"/>
              </a:ext>
            </a:extLst>
          </p:cNvPr>
          <p:cNvSpPr>
            <a:spLocks noGrp="1"/>
          </p:cNvSpPr>
          <p:nvPr>
            <p:ph type="dt" sz="half" idx="10"/>
          </p:nvPr>
        </p:nvSpPr>
        <p:spPr/>
        <p:txBody>
          <a:bodyPr/>
          <a:lstStyle/>
          <a:p>
            <a:fld id="{D18561E0-F053-CE48-8003-3270E7F7B2AF}" type="datetime1">
              <a:rPr lang="en-US" smtClean="0"/>
              <a:t>12/22/25</a:t>
            </a:fld>
            <a:endParaRPr lang="en-EG"/>
          </a:p>
        </p:txBody>
      </p:sp>
      <p:sp>
        <p:nvSpPr>
          <p:cNvPr id="5" name="Footer Placeholder 4">
            <a:extLst>
              <a:ext uri="{FF2B5EF4-FFF2-40B4-BE49-F238E27FC236}">
                <a16:creationId xmlns:a16="http://schemas.microsoft.com/office/drawing/2014/main" id="{CBFCACA0-A166-E8A3-E202-A0CBF7BD6E52}"/>
              </a:ext>
            </a:extLst>
          </p:cNvPr>
          <p:cNvSpPr>
            <a:spLocks noGrp="1"/>
          </p:cNvSpPr>
          <p:nvPr>
            <p:ph type="ftr" sz="quarter" idx="11"/>
          </p:nvPr>
        </p:nvSpPr>
        <p:spPr/>
        <p:txBody>
          <a:bodyPr/>
          <a:lstStyle/>
          <a:p>
            <a:endParaRPr lang="en-EG"/>
          </a:p>
        </p:txBody>
      </p:sp>
      <p:sp>
        <p:nvSpPr>
          <p:cNvPr id="6" name="Slide Number Placeholder 5">
            <a:extLst>
              <a:ext uri="{FF2B5EF4-FFF2-40B4-BE49-F238E27FC236}">
                <a16:creationId xmlns:a16="http://schemas.microsoft.com/office/drawing/2014/main" id="{00D25927-AFCB-7078-5681-6E42C7E1C70C}"/>
              </a:ext>
            </a:extLst>
          </p:cNvPr>
          <p:cNvSpPr>
            <a:spLocks noGrp="1"/>
          </p:cNvSpPr>
          <p:nvPr>
            <p:ph type="sldNum" sz="quarter" idx="12"/>
          </p:nvPr>
        </p:nvSpPr>
        <p:spPr/>
        <p:txBody>
          <a:bodyPr/>
          <a:lstStyle/>
          <a:p>
            <a:fld id="{9946287B-3B8A-AB41-8A6B-DD15903AF9C3}" type="slidenum">
              <a:rPr lang="en-EG" smtClean="0"/>
              <a:t>‹#›</a:t>
            </a:fld>
            <a:endParaRPr lang="en-EG"/>
          </a:p>
        </p:txBody>
      </p:sp>
    </p:spTree>
    <p:extLst>
      <p:ext uri="{BB962C8B-B14F-4D97-AF65-F5344CB8AC3E}">
        <p14:creationId xmlns:p14="http://schemas.microsoft.com/office/powerpoint/2010/main" val="33726230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5DBE4-4F88-9F39-1E59-AC2D1E3A593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EG"/>
          </a:p>
        </p:txBody>
      </p:sp>
      <p:sp>
        <p:nvSpPr>
          <p:cNvPr id="3" name="Text Placeholder 2">
            <a:extLst>
              <a:ext uri="{FF2B5EF4-FFF2-40B4-BE49-F238E27FC236}">
                <a16:creationId xmlns:a16="http://schemas.microsoft.com/office/drawing/2014/main" id="{2F7277A2-6FCA-2712-8FE2-D3E3DCD8D31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C1F334F-E190-28A4-CB76-71E418717444}"/>
              </a:ext>
            </a:extLst>
          </p:cNvPr>
          <p:cNvSpPr>
            <a:spLocks noGrp="1"/>
          </p:cNvSpPr>
          <p:nvPr>
            <p:ph type="dt" sz="half" idx="10"/>
          </p:nvPr>
        </p:nvSpPr>
        <p:spPr/>
        <p:txBody>
          <a:bodyPr/>
          <a:lstStyle/>
          <a:p>
            <a:fld id="{31C154E8-8E71-274F-B70C-58F2EAD990E4}" type="datetime1">
              <a:rPr lang="en-US" smtClean="0"/>
              <a:t>12/22/25</a:t>
            </a:fld>
            <a:endParaRPr lang="en-EG"/>
          </a:p>
        </p:txBody>
      </p:sp>
      <p:sp>
        <p:nvSpPr>
          <p:cNvPr id="5" name="Footer Placeholder 4">
            <a:extLst>
              <a:ext uri="{FF2B5EF4-FFF2-40B4-BE49-F238E27FC236}">
                <a16:creationId xmlns:a16="http://schemas.microsoft.com/office/drawing/2014/main" id="{2C1ABE50-775E-2418-2842-6A2FF27C5F8F}"/>
              </a:ext>
            </a:extLst>
          </p:cNvPr>
          <p:cNvSpPr>
            <a:spLocks noGrp="1"/>
          </p:cNvSpPr>
          <p:nvPr>
            <p:ph type="ftr" sz="quarter" idx="11"/>
          </p:nvPr>
        </p:nvSpPr>
        <p:spPr/>
        <p:txBody>
          <a:bodyPr/>
          <a:lstStyle/>
          <a:p>
            <a:endParaRPr lang="en-EG"/>
          </a:p>
        </p:txBody>
      </p:sp>
      <p:sp>
        <p:nvSpPr>
          <p:cNvPr id="6" name="Slide Number Placeholder 5">
            <a:extLst>
              <a:ext uri="{FF2B5EF4-FFF2-40B4-BE49-F238E27FC236}">
                <a16:creationId xmlns:a16="http://schemas.microsoft.com/office/drawing/2014/main" id="{C388A5FE-A99E-3EA4-6407-0B47B0A618EF}"/>
              </a:ext>
            </a:extLst>
          </p:cNvPr>
          <p:cNvSpPr>
            <a:spLocks noGrp="1"/>
          </p:cNvSpPr>
          <p:nvPr>
            <p:ph type="sldNum" sz="quarter" idx="12"/>
          </p:nvPr>
        </p:nvSpPr>
        <p:spPr/>
        <p:txBody>
          <a:bodyPr/>
          <a:lstStyle/>
          <a:p>
            <a:fld id="{9946287B-3B8A-AB41-8A6B-DD15903AF9C3}" type="slidenum">
              <a:rPr lang="en-EG" smtClean="0"/>
              <a:t>‹#›</a:t>
            </a:fld>
            <a:endParaRPr lang="en-EG"/>
          </a:p>
        </p:txBody>
      </p:sp>
    </p:spTree>
    <p:extLst>
      <p:ext uri="{BB962C8B-B14F-4D97-AF65-F5344CB8AC3E}">
        <p14:creationId xmlns:p14="http://schemas.microsoft.com/office/powerpoint/2010/main" val="10576309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21DE9-96FF-3D97-A55D-2D2D7D1053F8}"/>
              </a:ext>
            </a:extLst>
          </p:cNvPr>
          <p:cNvSpPr>
            <a:spLocks noGrp="1"/>
          </p:cNvSpPr>
          <p:nvPr>
            <p:ph type="title"/>
          </p:nvPr>
        </p:nvSpPr>
        <p:spPr/>
        <p:txBody>
          <a:bodyPr/>
          <a:lstStyle/>
          <a:p>
            <a:r>
              <a:rPr lang="en-US"/>
              <a:t>Click to edit Master title style</a:t>
            </a:r>
            <a:endParaRPr lang="en-EG"/>
          </a:p>
        </p:txBody>
      </p:sp>
      <p:sp>
        <p:nvSpPr>
          <p:cNvPr id="3" name="Content Placeholder 2">
            <a:extLst>
              <a:ext uri="{FF2B5EF4-FFF2-40B4-BE49-F238E27FC236}">
                <a16:creationId xmlns:a16="http://schemas.microsoft.com/office/drawing/2014/main" id="{41DA63AA-53BF-D87D-886D-1C50EEBFE29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4" name="Content Placeholder 3">
            <a:extLst>
              <a:ext uri="{FF2B5EF4-FFF2-40B4-BE49-F238E27FC236}">
                <a16:creationId xmlns:a16="http://schemas.microsoft.com/office/drawing/2014/main" id="{CED91E23-11B2-021C-A2F0-23B266508A7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5" name="Date Placeholder 4">
            <a:extLst>
              <a:ext uri="{FF2B5EF4-FFF2-40B4-BE49-F238E27FC236}">
                <a16:creationId xmlns:a16="http://schemas.microsoft.com/office/drawing/2014/main" id="{733E4C33-7EF1-D703-7FD0-0323D3D160E5}"/>
              </a:ext>
            </a:extLst>
          </p:cNvPr>
          <p:cNvSpPr>
            <a:spLocks noGrp="1"/>
          </p:cNvSpPr>
          <p:nvPr>
            <p:ph type="dt" sz="half" idx="10"/>
          </p:nvPr>
        </p:nvSpPr>
        <p:spPr/>
        <p:txBody>
          <a:bodyPr/>
          <a:lstStyle/>
          <a:p>
            <a:fld id="{3F51F264-BA78-3847-82C5-1482B3CB92D4}" type="datetime1">
              <a:rPr lang="en-US" smtClean="0"/>
              <a:t>12/22/25</a:t>
            </a:fld>
            <a:endParaRPr lang="en-EG"/>
          </a:p>
        </p:txBody>
      </p:sp>
      <p:sp>
        <p:nvSpPr>
          <p:cNvPr id="6" name="Footer Placeholder 5">
            <a:extLst>
              <a:ext uri="{FF2B5EF4-FFF2-40B4-BE49-F238E27FC236}">
                <a16:creationId xmlns:a16="http://schemas.microsoft.com/office/drawing/2014/main" id="{58AFCF60-C41C-9A1B-A68E-8A57892B8115}"/>
              </a:ext>
            </a:extLst>
          </p:cNvPr>
          <p:cNvSpPr>
            <a:spLocks noGrp="1"/>
          </p:cNvSpPr>
          <p:nvPr>
            <p:ph type="ftr" sz="quarter" idx="11"/>
          </p:nvPr>
        </p:nvSpPr>
        <p:spPr/>
        <p:txBody>
          <a:bodyPr/>
          <a:lstStyle/>
          <a:p>
            <a:endParaRPr lang="en-EG"/>
          </a:p>
        </p:txBody>
      </p:sp>
      <p:sp>
        <p:nvSpPr>
          <p:cNvPr id="7" name="Slide Number Placeholder 6">
            <a:extLst>
              <a:ext uri="{FF2B5EF4-FFF2-40B4-BE49-F238E27FC236}">
                <a16:creationId xmlns:a16="http://schemas.microsoft.com/office/drawing/2014/main" id="{C6DD0658-D2D9-0DF4-399C-971B267D9F3A}"/>
              </a:ext>
            </a:extLst>
          </p:cNvPr>
          <p:cNvSpPr>
            <a:spLocks noGrp="1"/>
          </p:cNvSpPr>
          <p:nvPr>
            <p:ph type="sldNum" sz="quarter" idx="12"/>
          </p:nvPr>
        </p:nvSpPr>
        <p:spPr/>
        <p:txBody>
          <a:bodyPr/>
          <a:lstStyle/>
          <a:p>
            <a:fld id="{9946287B-3B8A-AB41-8A6B-DD15903AF9C3}" type="slidenum">
              <a:rPr lang="en-EG" smtClean="0"/>
              <a:t>‹#›</a:t>
            </a:fld>
            <a:endParaRPr lang="en-EG"/>
          </a:p>
        </p:txBody>
      </p:sp>
    </p:spTree>
    <p:extLst>
      <p:ext uri="{BB962C8B-B14F-4D97-AF65-F5344CB8AC3E}">
        <p14:creationId xmlns:p14="http://schemas.microsoft.com/office/powerpoint/2010/main" val="24268961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0620F-39CA-B20A-4A70-989B0D661B5C}"/>
              </a:ext>
            </a:extLst>
          </p:cNvPr>
          <p:cNvSpPr>
            <a:spLocks noGrp="1"/>
          </p:cNvSpPr>
          <p:nvPr>
            <p:ph type="title"/>
          </p:nvPr>
        </p:nvSpPr>
        <p:spPr>
          <a:xfrm>
            <a:off x="839788" y="365125"/>
            <a:ext cx="10515600" cy="1325563"/>
          </a:xfrm>
        </p:spPr>
        <p:txBody>
          <a:bodyPr/>
          <a:lstStyle/>
          <a:p>
            <a:r>
              <a:rPr lang="en-US"/>
              <a:t>Click to edit Master title style</a:t>
            </a:r>
            <a:endParaRPr lang="en-EG"/>
          </a:p>
        </p:txBody>
      </p:sp>
      <p:sp>
        <p:nvSpPr>
          <p:cNvPr id="3" name="Text Placeholder 2">
            <a:extLst>
              <a:ext uri="{FF2B5EF4-FFF2-40B4-BE49-F238E27FC236}">
                <a16:creationId xmlns:a16="http://schemas.microsoft.com/office/drawing/2014/main" id="{70FBD99D-6729-46E1-0FC2-9E67FB5C791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0AD2A9D-BE95-9E41-444F-634B8697924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5" name="Text Placeholder 4">
            <a:extLst>
              <a:ext uri="{FF2B5EF4-FFF2-40B4-BE49-F238E27FC236}">
                <a16:creationId xmlns:a16="http://schemas.microsoft.com/office/drawing/2014/main" id="{86740186-2F66-874A-E3B5-00B3B949E28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F330EB5-9967-925E-2361-85A995F2809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7" name="Date Placeholder 6">
            <a:extLst>
              <a:ext uri="{FF2B5EF4-FFF2-40B4-BE49-F238E27FC236}">
                <a16:creationId xmlns:a16="http://schemas.microsoft.com/office/drawing/2014/main" id="{2827DC1F-DCF4-3E40-164F-6435BB9CC1DA}"/>
              </a:ext>
            </a:extLst>
          </p:cNvPr>
          <p:cNvSpPr>
            <a:spLocks noGrp="1"/>
          </p:cNvSpPr>
          <p:nvPr>
            <p:ph type="dt" sz="half" idx="10"/>
          </p:nvPr>
        </p:nvSpPr>
        <p:spPr/>
        <p:txBody>
          <a:bodyPr/>
          <a:lstStyle/>
          <a:p>
            <a:fld id="{F4A9B7EB-F176-7F4C-93DF-2CA9B8C20733}" type="datetime1">
              <a:rPr lang="en-US" smtClean="0"/>
              <a:t>12/22/25</a:t>
            </a:fld>
            <a:endParaRPr lang="en-EG"/>
          </a:p>
        </p:txBody>
      </p:sp>
      <p:sp>
        <p:nvSpPr>
          <p:cNvPr id="8" name="Footer Placeholder 7">
            <a:extLst>
              <a:ext uri="{FF2B5EF4-FFF2-40B4-BE49-F238E27FC236}">
                <a16:creationId xmlns:a16="http://schemas.microsoft.com/office/drawing/2014/main" id="{30088A56-77DC-91A1-0414-726860580704}"/>
              </a:ext>
            </a:extLst>
          </p:cNvPr>
          <p:cNvSpPr>
            <a:spLocks noGrp="1"/>
          </p:cNvSpPr>
          <p:nvPr>
            <p:ph type="ftr" sz="quarter" idx="11"/>
          </p:nvPr>
        </p:nvSpPr>
        <p:spPr/>
        <p:txBody>
          <a:bodyPr/>
          <a:lstStyle/>
          <a:p>
            <a:endParaRPr lang="en-EG"/>
          </a:p>
        </p:txBody>
      </p:sp>
      <p:sp>
        <p:nvSpPr>
          <p:cNvPr id="9" name="Slide Number Placeholder 8">
            <a:extLst>
              <a:ext uri="{FF2B5EF4-FFF2-40B4-BE49-F238E27FC236}">
                <a16:creationId xmlns:a16="http://schemas.microsoft.com/office/drawing/2014/main" id="{BAB555B7-1E2A-9384-1653-32E1AE4FC41D}"/>
              </a:ext>
            </a:extLst>
          </p:cNvPr>
          <p:cNvSpPr>
            <a:spLocks noGrp="1"/>
          </p:cNvSpPr>
          <p:nvPr>
            <p:ph type="sldNum" sz="quarter" idx="12"/>
          </p:nvPr>
        </p:nvSpPr>
        <p:spPr/>
        <p:txBody>
          <a:bodyPr/>
          <a:lstStyle/>
          <a:p>
            <a:fld id="{9946287B-3B8A-AB41-8A6B-DD15903AF9C3}" type="slidenum">
              <a:rPr lang="en-EG" smtClean="0"/>
              <a:t>‹#›</a:t>
            </a:fld>
            <a:endParaRPr lang="en-EG"/>
          </a:p>
        </p:txBody>
      </p:sp>
    </p:spTree>
    <p:extLst>
      <p:ext uri="{BB962C8B-B14F-4D97-AF65-F5344CB8AC3E}">
        <p14:creationId xmlns:p14="http://schemas.microsoft.com/office/powerpoint/2010/main" val="19103289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11690-427A-EE01-1A7A-7DA59B06B408}"/>
              </a:ext>
            </a:extLst>
          </p:cNvPr>
          <p:cNvSpPr>
            <a:spLocks noGrp="1"/>
          </p:cNvSpPr>
          <p:nvPr>
            <p:ph type="title"/>
          </p:nvPr>
        </p:nvSpPr>
        <p:spPr/>
        <p:txBody>
          <a:bodyPr/>
          <a:lstStyle/>
          <a:p>
            <a:r>
              <a:rPr lang="en-US"/>
              <a:t>Click to edit Master title style</a:t>
            </a:r>
            <a:endParaRPr lang="en-EG"/>
          </a:p>
        </p:txBody>
      </p:sp>
      <p:sp>
        <p:nvSpPr>
          <p:cNvPr id="3" name="Date Placeholder 2">
            <a:extLst>
              <a:ext uri="{FF2B5EF4-FFF2-40B4-BE49-F238E27FC236}">
                <a16:creationId xmlns:a16="http://schemas.microsoft.com/office/drawing/2014/main" id="{4365BC76-B09E-A0BE-4890-B15A4435ED06}"/>
              </a:ext>
            </a:extLst>
          </p:cNvPr>
          <p:cNvSpPr>
            <a:spLocks noGrp="1"/>
          </p:cNvSpPr>
          <p:nvPr>
            <p:ph type="dt" sz="half" idx="10"/>
          </p:nvPr>
        </p:nvSpPr>
        <p:spPr/>
        <p:txBody>
          <a:bodyPr/>
          <a:lstStyle/>
          <a:p>
            <a:fld id="{9592C91B-2CC0-7945-891D-417D20B04C02}" type="datetime1">
              <a:rPr lang="en-US" smtClean="0"/>
              <a:t>12/22/25</a:t>
            </a:fld>
            <a:endParaRPr lang="en-EG"/>
          </a:p>
        </p:txBody>
      </p:sp>
      <p:sp>
        <p:nvSpPr>
          <p:cNvPr id="4" name="Footer Placeholder 3">
            <a:extLst>
              <a:ext uri="{FF2B5EF4-FFF2-40B4-BE49-F238E27FC236}">
                <a16:creationId xmlns:a16="http://schemas.microsoft.com/office/drawing/2014/main" id="{B2FC7217-181E-F4F2-D82B-312CB6F680C1}"/>
              </a:ext>
            </a:extLst>
          </p:cNvPr>
          <p:cNvSpPr>
            <a:spLocks noGrp="1"/>
          </p:cNvSpPr>
          <p:nvPr>
            <p:ph type="ftr" sz="quarter" idx="11"/>
          </p:nvPr>
        </p:nvSpPr>
        <p:spPr/>
        <p:txBody>
          <a:bodyPr/>
          <a:lstStyle/>
          <a:p>
            <a:endParaRPr lang="en-EG"/>
          </a:p>
        </p:txBody>
      </p:sp>
      <p:sp>
        <p:nvSpPr>
          <p:cNvPr id="5" name="Slide Number Placeholder 4">
            <a:extLst>
              <a:ext uri="{FF2B5EF4-FFF2-40B4-BE49-F238E27FC236}">
                <a16:creationId xmlns:a16="http://schemas.microsoft.com/office/drawing/2014/main" id="{2AB0300A-AF53-1E32-B36A-79B7B9CA9499}"/>
              </a:ext>
            </a:extLst>
          </p:cNvPr>
          <p:cNvSpPr>
            <a:spLocks noGrp="1"/>
          </p:cNvSpPr>
          <p:nvPr>
            <p:ph type="sldNum" sz="quarter" idx="12"/>
          </p:nvPr>
        </p:nvSpPr>
        <p:spPr/>
        <p:txBody>
          <a:bodyPr/>
          <a:lstStyle/>
          <a:p>
            <a:fld id="{9946287B-3B8A-AB41-8A6B-DD15903AF9C3}" type="slidenum">
              <a:rPr lang="en-EG" smtClean="0"/>
              <a:t>‹#›</a:t>
            </a:fld>
            <a:endParaRPr lang="en-EG"/>
          </a:p>
        </p:txBody>
      </p:sp>
    </p:spTree>
    <p:extLst>
      <p:ext uri="{BB962C8B-B14F-4D97-AF65-F5344CB8AC3E}">
        <p14:creationId xmlns:p14="http://schemas.microsoft.com/office/powerpoint/2010/main" val="197111362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8835764-B838-8E20-B4F4-5DBA75B13F02}"/>
              </a:ext>
            </a:extLst>
          </p:cNvPr>
          <p:cNvSpPr>
            <a:spLocks noGrp="1"/>
          </p:cNvSpPr>
          <p:nvPr>
            <p:ph type="dt" sz="half" idx="10"/>
          </p:nvPr>
        </p:nvSpPr>
        <p:spPr/>
        <p:txBody>
          <a:bodyPr/>
          <a:lstStyle/>
          <a:p>
            <a:fld id="{891B3556-4039-9243-AEC7-D59157CF02E0}" type="datetime1">
              <a:rPr lang="en-US" smtClean="0"/>
              <a:t>12/22/25</a:t>
            </a:fld>
            <a:endParaRPr lang="en-EG"/>
          </a:p>
        </p:txBody>
      </p:sp>
      <p:sp>
        <p:nvSpPr>
          <p:cNvPr id="3" name="Footer Placeholder 2">
            <a:extLst>
              <a:ext uri="{FF2B5EF4-FFF2-40B4-BE49-F238E27FC236}">
                <a16:creationId xmlns:a16="http://schemas.microsoft.com/office/drawing/2014/main" id="{8DB42BC9-9539-CAA0-AA8D-D76E5AB2926E}"/>
              </a:ext>
            </a:extLst>
          </p:cNvPr>
          <p:cNvSpPr>
            <a:spLocks noGrp="1"/>
          </p:cNvSpPr>
          <p:nvPr>
            <p:ph type="ftr" sz="quarter" idx="11"/>
          </p:nvPr>
        </p:nvSpPr>
        <p:spPr/>
        <p:txBody>
          <a:bodyPr/>
          <a:lstStyle/>
          <a:p>
            <a:endParaRPr lang="en-EG"/>
          </a:p>
        </p:txBody>
      </p:sp>
      <p:sp>
        <p:nvSpPr>
          <p:cNvPr id="4" name="Slide Number Placeholder 3">
            <a:extLst>
              <a:ext uri="{FF2B5EF4-FFF2-40B4-BE49-F238E27FC236}">
                <a16:creationId xmlns:a16="http://schemas.microsoft.com/office/drawing/2014/main" id="{F7E4DCEA-DD21-7832-04D5-59E0223E53B3}"/>
              </a:ext>
            </a:extLst>
          </p:cNvPr>
          <p:cNvSpPr>
            <a:spLocks noGrp="1"/>
          </p:cNvSpPr>
          <p:nvPr>
            <p:ph type="sldNum" sz="quarter" idx="12"/>
          </p:nvPr>
        </p:nvSpPr>
        <p:spPr/>
        <p:txBody>
          <a:bodyPr/>
          <a:lstStyle/>
          <a:p>
            <a:fld id="{9946287B-3B8A-AB41-8A6B-DD15903AF9C3}" type="slidenum">
              <a:rPr lang="en-EG" smtClean="0"/>
              <a:t>‹#›</a:t>
            </a:fld>
            <a:endParaRPr lang="en-EG"/>
          </a:p>
        </p:txBody>
      </p:sp>
    </p:spTree>
    <p:extLst>
      <p:ext uri="{BB962C8B-B14F-4D97-AF65-F5344CB8AC3E}">
        <p14:creationId xmlns:p14="http://schemas.microsoft.com/office/powerpoint/2010/main" val="11927890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8FDC0-6E7D-6B9B-1DDA-412DBEEE1FD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EG"/>
          </a:p>
        </p:txBody>
      </p:sp>
      <p:sp>
        <p:nvSpPr>
          <p:cNvPr id="3" name="Content Placeholder 2">
            <a:extLst>
              <a:ext uri="{FF2B5EF4-FFF2-40B4-BE49-F238E27FC236}">
                <a16:creationId xmlns:a16="http://schemas.microsoft.com/office/drawing/2014/main" id="{CF365823-D89C-F909-1134-1D6AAC302D7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4" name="Text Placeholder 3">
            <a:extLst>
              <a:ext uri="{FF2B5EF4-FFF2-40B4-BE49-F238E27FC236}">
                <a16:creationId xmlns:a16="http://schemas.microsoft.com/office/drawing/2014/main" id="{966F5FD2-0599-FA7C-4B50-04ED559B51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BDF9899-6A30-0B48-21D5-09D3A915AAE2}"/>
              </a:ext>
            </a:extLst>
          </p:cNvPr>
          <p:cNvSpPr>
            <a:spLocks noGrp="1"/>
          </p:cNvSpPr>
          <p:nvPr>
            <p:ph type="dt" sz="half" idx="10"/>
          </p:nvPr>
        </p:nvSpPr>
        <p:spPr/>
        <p:txBody>
          <a:bodyPr/>
          <a:lstStyle/>
          <a:p>
            <a:fld id="{AA61F41E-B9D5-9847-9984-5792A38C5608}" type="datetime1">
              <a:rPr lang="en-US" smtClean="0"/>
              <a:t>12/22/25</a:t>
            </a:fld>
            <a:endParaRPr lang="en-EG"/>
          </a:p>
        </p:txBody>
      </p:sp>
      <p:sp>
        <p:nvSpPr>
          <p:cNvPr id="6" name="Footer Placeholder 5">
            <a:extLst>
              <a:ext uri="{FF2B5EF4-FFF2-40B4-BE49-F238E27FC236}">
                <a16:creationId xmlns:a16="http://schemas.microsoft.com/office/drawing/2014/main" id="{E06ED80E-9616-EC7C-1D40-6E44BCD57447}"/>
              </a:ext>
            </a:extLst>
          </p:cNvPr>
          <p:cNvSpPr>
            <a:spLocks noGrp="1"/>
          </p:cNvSpPr>
          <p:nvPr>
            <p:ph type="ftr" sz="quarter" idx="11"/>
          </p:nvPr>
        </p:nvSpPr>
        <p:spPr/>
        <p:txBody>
          <a:bodyPr/>
          <a:lstStyle/>
          <a:p>
            <a:endParaRPr lang="en-EG"/>
          </a:p>
        </p:txBody>
      </p:sp>
      <p:sp>
        <p:nvSpPr>
          <p:cNvPr id="7" name="Slide Number Placeholder 6">
            <a:extLst>
              <a:ext uri="{FF2B5EF4-FFF2-40B4-BE49-F238E27FC236}">
                <a16:creationId xmlns:a16="http://schemas.microsoft.com/office/drawing/2014/main" id="{F1D30C5D-9B07-A084-8679-14CF53C3B205}"/>
              </a:ext>
            </a:extLst>
          </p:cNvPr>
          <p:cNvSpPr>
            <a:spLocks noGrp="1"/>
          </p:cNvSpPr>
          <p:nvPr>
            <p:ph type="sldNum" sz="quarter" idx="12"/>
          </p:nvPr>
        </p:nvSpPr>
        <p:spPr/>
        <p:txBody>
          <a:bodyPr/>
          <a:lstStyle/>
          <a:p>
            <a:fld id="{9946287B-3B8A-AB41-8A6B-DD15903AF9C3}" type="slidenum">
              <a:rPr lang="en-EG" smtClean="0"/>
              <a:t>‹#›</a:t>
            </a:fld>
            <a:endParaRPr lang="en-EG"/>
          </a:p>
        </p:txBody>
      </p:sp>
    </p:spTree>
    <p:extLst>
      <p:ext uri="{BB962C8B-B14F-4D97-AF65-F5344CB8AC3E}">
        <p14:creationId xmlns:p14="http://schemas.microsoft.com/office/powerpoint/2010/main" val="181348505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5EDAC-CA6D-1ADB-5869-6A328C3804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EG"/>
          </a:p>
        </p:txBody>
      </p:sp>
      <p:sp>
        <p:nvSpPr>
          <p:cNvPr id="3" name="Picture Placeholder 2">
            <a:extLst>
              <a:ext uri="{FF2B5EF4-FFF2-40B4-BE49-F238E27FC236}">
                <a16:creationId xmlns:a16="http://schemas.microsoft.com/office/drawing/2014/main" id="{0003D54B-5725-0D62-2C80-A903E8CD432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EG"/>
          </a:p>
        </p:txBody>
      </p:sp>
      <p:sp>
        <p:nvSpPr>
          <p:cNvPr id="4" name="Text Placeholder 3">
            <a:extLst>
              <a:ext uri="{FF2B5EF4-FFF2-40B4-BE49-F238E27FC236}">
                <a16:creationId xmlns:a16="http://schemas.microsoft.com/office/drawing/2014/main" id="{B6DECE90-53F2-ABA0-0DBA-B963283C14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A23614C-F7B4-3169-13F0-A1F94D76F026}"/>
              </a:ext>
            </a:extLst>
          </p:cNvPr>
          <p:cNvSpPr>
            <a:spLocks noGrp="1"/>
          </p:cNvSpPr>
          <p:nvPr>
            <p:ph type="dt" sz="half" idx="10"/>
          </p:nvPr>
        </p:nvSpPr>
        <p:spPr/>
        <p:txBody>
          <a:bodyPr/>
          <a:lstStyle/>
          <a:p>
            <a:fld id="{550A4B0E-2947-7348-821B-6BD305DB1B72}" type="datetime1">
              <a:rPr lang="en-US" smtClean="0"/>
              <a:t>12/22/25</a:t>
            </a:fld>
            <a:endParaRPr lang="en-EG"/>
          </a:p>
        </p:txBody>
      </p:sp>
      <p:sp>
        <p:nvSpPr>
          <p:cNvPr id="6" name="Footer Placeholder 5">
            <a:extLst>
              <a:ext uri="{FF2B5EF4-FFF2-40B4-BE49-F238E27FC236}">
                <a16:creationId xmlns:a16="http://schemas.microsoft.com/office/drawing/2014/main" id="{76587DA1-272F-7436-6EAE-B52F9A3A218D}"/>
              </a:ext>
            </a:extLst>
          </p:cNvPr>
          <p:cNvSpPr>
            <a:spLocks noGrp="1"/>
          </p:cNvSpPr>
          <p:nvPr>
            <p:ph type="ftr" sz="quarter" idx="11"/>
          </p:nvPr>
        </p:nvSpPr>
        <p:spPr/>
        <p:txBody>
          <a:bodyPr/>
          <a:lstStyle/>
          <a:p>
            <a:endParaRPr lang="en-EG"/>
          </a:p>
        </p:txBody>
      </p:sp>
      <p:sp>
        <p:nvSpPr>
          <p:cNvPr id="7" name="Slide Number Placeholder 6">
            <a:extLst>
              <a:ext uri="{FF2B5EF4-FFF2-40B4-BE49-F238E27FC236}">
                <a16:creationId xmlns:a16="http://schemas.microsoft.com/office/drawing/2014/main" id="{7FB2C631-111D-D322-FDD2-C777CCDA5AC5}"/>
              </a:ext>
            </a:extLst>
          </p:cNvPr>
          <p:cNvSpPr>
            <a:spLocks noGrp="1"/>
          </p:cNvSpPr>
          <p:nvPr>
            <p:ph type="sldNum" sz="quarter" idx="12"/>
          </p:nvPr>
        </p:nvSpPr>
        <p:spPr/>
        <p:txBody>
          <a:bodyPr/>
          <a:lstStyle/>
          <a:p>
            <a:fld id="{9946287B-3B8A-AB41-8A6B-DD15903AF9C3}" type="slidenum">
              <a:rPr lang="en-EG" smtClean="0"/>
              <a:t>‹#›</a:t>
            </a:fld>
            <a:endParaRPr lang="en-EG"/>
          </a:p>
        </p:txBody>
      </p:sp>
    </p:spTree>
    <p:extLst>
      <p:ext uri="{BB962C8B-B14F-4D97-AF65-F5344CB8AC3E}">
        <p14:creationId xmlns:p14="http://schemas.microsoft.com/office/powerpoint/2010/main" val="276769046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63CCF-AAD2-3693-49EA-D29693075F0E}"/>
              </a:ext>
            </a:extLst>
          </p:cNvPr>
          <p:cNvSpPr>
            <a:spLocks noGrp="1"/>
          </p:cNvSpPr>
          <p:nvPr>
            <p:ph type="title"/>
          </p:nvPr>
        </p:nvSpPr>
        <p:spPr/>
        <p:txBody>
          <a:bodyPr/>
          <a:lstStyle/>
          <a:p>
            <a:r>
              <a:rPr lang="en-US"/>
              <a:t>Click to edit Master title style</a:t>
            </a:r>
            <a:endParaRPr lang="en-EG"/>
          </a:p>
        </p:txBody>
      </p:sp>
      <p:sp>
        <p:nvSpPr>
          <p:cNvPr id="3" name="Vertical Text Placeholder 2">
            <a:extLst>
              <a:ext uri="{FF2B5EF4-FFF2-40B4-BE49-F238E27FC236}">
                <a16:creationId xmlns:a16="http://schemas.microsoft.com/office/drawing/2014/main" id="{77F36C32-164D-7489-FADE-4A7A5BC260D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4" name="Date Placeholder 3">
            <a:extLst>
              <a:ext uri="{FF2B5EF4-FFF2-40B4-BE49-F238E27FC236}">
                <a16:creationId xmlns:a16="http://schemas.microsoft.com/office/drawing/2014/main" id="{B43DA489-EB26-F024-3BDF-F07477EF08C1}"/>
              </a:ext>
            </a:extLst>
          </p:cNvPr>
          <p:cNvSpPr>
            <a:spLocks noGrp="1"/>
          </p:cNvSpPr>
          <p:nvPr>
            <p:ph type="dt" sz="half" idx="10"/>
          </p:nvPr>
        </p:nvSpPr>
        <p:spPr/>
        <p:txBody>
          <a:bodyPr/>
          <a:lstStyle/>
          <a:p>
            <a:fld id="{53162F88-A211-EB40-8683-B6CC412A9195}" type="datetime1">
              <a:rPr lang="en-US" smtClean="0"/>
              <a:t>12/22/25</a:t>
            </a:fld>
            <a:endParaRPr lang="en-EG"/>
          </a:p>
        </p:txBody>
      </p:sp>
      <p:sp>
        <p:nvSpPr>
          <p:cNvPr id="5" name="Footer Placeholder 4">
            <a:extLst>
              <a:ext uri="{FF2B5EF4-FFF2-40B4-BE49-F238E27FC236}">
                <a16:creationId xmlns:a16="http://schemas.microsoft.com/office/drawing/2014/main" id="{F3FB3559-9B79-8D2F-C823-70EB83409B99}"/>
              </a:ext>
            </a:extLst>
          </p:cNvPr>
          <p:cNvSpPr>
            <a:spLocks noGrp="1"/>
          </p:cNvSpPr>
          <p:nvPr>
            <p:ph type="ftr" sz="quarter" idx="11"/>
          </p:nvPr>
        </p:nvSpPr>
        <p:spPr/>
        <p:txBody>
          <a:bodyPr/>
          <a:lstStyle/>
          <a:p>
            <a:endParaRPr lang="en-EG"/>
          </a:p>
        </p:txBody>
      </p:sp>
      <p:sp>
        <p:nvSpPr>
          <p:cNvPr id="6" name="Slide Number Placeholder 5">
            <a:extLst>
              <a:ext uri="{FF2B5EF4-FFF2-40B4-BE49-F238E27FC236}">
                <a16:creationId xmlns:a16="http://schemas.microsoft.com/office/drawing/2014/main" id="{172339B3-1CD7-9748-8D1E-D36A4A33C47C}"/>
              </a:ext>
            </a:extLst>
          </p:cNvPr>
          <p:cNvSpPr>
            <a:spLocks noGrp="1"/>
          </p:cNvSpPr>
          <p:nvPr>
            <p:ph type="sldNum" sz="quarter" idx="12"/>
          </p:nvPr>
        </p:nvSpPr>
        <p:spPr/>
        <p:txBody>
          <a:bodyPr/>
          <a:lstStyle/>
          <a:p>
            <a:fld id="{9946287B-3B8A-AB41-8A6B-DD15903AF9C3}" type="slidenum">
              <a:rPr lang="en-EG" smtClean="0"/>
              <a:t>‹#›</a:t>
            </a:fld>
            <a:endParaRPr lang="en-EG"/>
          </a:p>
        </p:txBody>
      </p:sp>
    </p:spTree>
    <p:extLst>
      <p:ext uri="{BB962C8B-B14F-4D97-AF65-F5344CB8AC3E}">
        <p14:creationId xmlns:p14="http://schemas.microsoft.com/office/powerpoint/2010/main" val="97752264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9162F4B-2B15-A117-6EA5-CACBA03DC31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EG"/>
          </a:p>
        </p:txBody>
      </p:sp>
      <p:sp>
        <p:nvSpPr>
          <p:cNvPr id="3" name="Vertical Text Placeholder 2">
            <a:extLst>
              <a:ext uri="{FF2B5EF4-FFF2-40B4-BE49-F238E27FC236}">
                <a16:creationId xmlns:a16="http://schemas.microsoft.com/office/drawing/2014/main" id="{BD395D01-E085-018D-5668-2ABF58C73CA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4" name="Date Placeholder 3">
            <a:extLst>
              <a:ext uri="{FF2B5EF4-FFF2-40B4-BE49-F238E27FC236}">
                <a16:creationId xmlns:a16="http://schemas.microsoft.com/office/drawing/2014/main" id="{572F7670-A77A-D227-2404-647C35C84EB7}"/>
              </a:ext>
            </a:extLst>
          </p:cNvPr>
          <p:cNvSpPr>
            <a:spLocks noGrp="1"/>
          </p:cNvSpPr>
          <p:nvPr>
            <p:ph type="dt" sz="half" idx="10"/>
          </p:nvPr>
        </p:nvSpPr>
        <p:spPr/>
        <p:txBody>
          <a:bodyPr/>
          <a:lstStyle/>
          <a:p>
            <a:fld id="{23E9D5C4-018D-FD48-86FA-DB6F3B19CADF}" type="datetime1">
              <a:rPr lang="en-US" smtClean="0"/>
              <a:t>12/22/25</a:t>
            </a:fld>
            <a:endParaRPr lang="en-EG"/>
          </a:p>
        </p:txBody>
      </p:sp>
      <p:sp>
        <p:nvSpPr>
          <p:cNvPr id="5" name="Footer Placeholder 4">
            <a:extLst>
              <a:ext uri="{FF2B5EF4-FFF2-40B4-BE49-F238E27FC236}">
                <a16:creationId xmlns:a16="http://schemas.microsoft.com/office/drawing/2014/main" id="{A07FE726-8A30-FA23-C42A-B1C570A2A356}"/>
              </a:ext>
            </a:extLst>
          </p:cNvPr>
          <p:cNvSpPr>
            <a:spLocks noGrp="1"/>
          </p:cNvSpPr>
          <p:nvPr>
            <p:ph type="ftr" sz="quarter" idx="11"/>
          </p:nvPr>
        </p:nvSpPr>
        <p:spPr/>
        <p:txBody>
          <a:bodyPr/>
          <a:lstStyle/>
          <a:p>
            <a:endParaRPr lang="en-EG"/>
          </a:p>
        </p:txBody>
      </p:sp>
      <p:sp>
        <p:nvSpPr>
          <p:cNvPr id="6" name="Slide Number Placeholder 5">
            <a:extLst>
              <a:ext uri="{FF2B5EF4-FFF2-40B4-BE49-F238E27FC236}">
                <a16:creationId xmlns:a16="http://schemas.microsoft.com/office/drawing/2014/main" id="{68E731D2-4A3D-3625-2CA9-52DD860439A0}"/>
              </a:ext>
            </a:extLst>
          </p:cNvPr>
          <p:cNvSpPr>
            <a:spLocks noGrp="1"/>
          </p:cNvSpPr>
          <p:nvPr>
            <p:ph type="sldNum" sz="quarter" idx="12"/>
          </p:nvPr>
        </p:nvSpPr>
        <p:spPr/>
        <p:txBody>
          <a:bodyPr/>
          <a:lstStyle/>
          <a:p>
            <a:fld id="{9946287B-3B8A-AB41-8A6B-DD15903AF9C3}" type="slidenum">
              <a:rPr lang="en-EG" smtClean="0"/>
              <a:t>‹#›</a:t>
            </a:fld>
            <a:endParaRPr lang="en-EG"/>
          </a:p>
        </p:txBody>
      </p:sp>
    </p:spTree>
    <p:extLst>
      <p:ext uri="{BB962C8B-B14F-4D97-AF65-F5344CB8AC3E}">
        <p14:creationId xmlns:p14="http://schemas.microsoft.com/office/powerpoint/2010/main" val="429294501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C0466944-2571-C24D-909E-947A695FB924}" type="datetime1">
              <a:rPr lang="en-US" smtClean="0"/>
              <a:t>12/22/25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0438871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63845BD-D4E1-F542-AA4B-697837C8193E}" type="datetime1">
              <a:rPr lang="en-US" smtClean="0"/>
              <a:t>12/22/25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0723062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15586F0-06C5-0344-B54D-883CC76AB9F0}" type="datetime1">
              <a:rPr lang="en-US" smtClean="0"/>
              <a:t>12/22/25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5266045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0E340D7-CC91-BA4E-9D5C-577F7ADF5987}" type="datetime1">
              <a:rPr lang="en-US" smtClean="0"/>
              <a:t>12/22/25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5416849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F922F4E-BD99-7942-B090-43CB394D7445}" type="datetime1">
              <a:rPr lang="en-US" smtClean="0"/>
              <a:t>12/22/25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6140247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9DC767B-65E9-6442-8DCE-BF06C50760B3}" type="datetime1">
              <a:rPr lang="en-US" smtClean="0"/>
              <a:t>12/22/25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923351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7D57389-74C9-C842-B08E-DBBD316368EF}" type="datetime1">
              <a:rPr lang="en-US" smtClean="0"/>
              <a:t>12/22/25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3476792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A4AA401-0181-5D4A-936C-F640702922D1}" type="datetime1">
              <a:rPr lang="en-US" smtClean="0"/>
              <a:t>12/22/25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3422544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8EF5D99-0EA4-4340-A4B4-97640601306B}" type="datetime1">
              <a:rPr lang="en-US" smtClean="0"/>
              <a:t>12/22/25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2616924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483FE46-238F-194C-AF0E-9774EA4822F4}" type="datetime1">
              <a:rPr lang="en-US" smtClean="0"/>
              <a:t>12/22/25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0887502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FB5FFAF-1635-4D44-AD59-5D8F1613F5F8}" type="datetime1">
              <a:rPr lang="en-US" smtClean="0"/>
              <a:t>12/22/25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621317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F7A8078-AB9B-05D7-A2E2-EFD82F2F1E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EG"/>
          </a:p>
        </p:txBody>
      </p:sp>
      <p:sp>
        <p:nvSpPr>
          <p:cNvPr id="3" name="Text Placeholder 2">
            <a:extLst>
              <a:ext uri="{FF2B5EF4-FFF2-40B4-BE49-F238E27FC236}">
                <a16:creationId xmlns:a16="http://schemas.microsoft.com/office/drawing/2014/main" id="{209B9A21-C726-C2F9-3EBC-B6365C2A233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4" name="Date Placeholder 3">
            <a:extLst>
              <a:ext uri="{FF2B5EF4-FFF2-40B4-BE49-F238E27FC236}">
                <a16:creationId xmlns:a16="http://schemas.microsoft.com/office/drawing/2014/main" id="{4E056835-3D5C-34B3-6135-B34796EF1A6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3725B0C-F9C0-A54E-B1C8-5DEF61F22697}" type="datetime1">
              <a:rPr lang="en-US" smtClean="0"/>
              <a:t>12/22/25</a:t>
            </a:fld>
            <a:endParaRPr lang="en-EG"/>
          </a:p>
        </p:txBody>
      </p:sp>
      <p:sp>
        <p:nvSpPr>
          <p:cNvPr id="5" name="Footer Placeholder 4">
            <a:extLst>
              <a:ext uri="{FF2B5EF4-FFF2-40B4-BE49-F238E27FC236}">
                <a16:creationId xmlns:a16="http://schemas.microsoft.com/office/drawing/2014/main" id="{881050C0-1E7B-8E08-62C6-16EBCA9EE30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EG"/>
          </a:p>
        </p:txBody>
      </p:sp>
      <p:sp>
        <p:nvSpPr>
          <p:cNvPr id="6" name="Slide Number Placeholder 5">
            <a:extLst>
              <a:ext uri="{FF2B5EF4-FFF2-40B4-BE49-F238E27FC236}">
                <a16:creationId xmlns:a16="http://schemas.microsoft.com/office/drawing/2014/main" id="{EBDE99D2-0F3A-44D4-4F9B-A2607832591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F2593CC-22F6-A44D-8729-33458736CAC2}" type="slidenum">
              <a:rPr lang="en-EG" smtClean="0"/>
              <a:t>‹#›</a:t>
            </a:fld>
            <a:endParaRPr lang="en-EG"/>
          </a:p>
        </p:txBody>
      </p:sp>
    </p:spTree>
    <p:extLst>
      <p:ext uri="{BB962C8B-B14F-4D97-AF65-F5344CB8AC3E}">
        <p14:creationId xmlns:p14="http://schemas.microsoft.com/office/powerpoint/2010/main" val="31100689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E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D848781-23CD-A243-8CD8-EF405D9C273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EG"/>
          </a:p>
        </p:txBody>
      </p:sp>
      <p:sp>
        <p:nvSpPr>
          <p:cNvPr id="3" name="Text Placeholder 2">
            <a:extLst>
              <a:ext uri="{FF2B5EF4-FFF2-40B4-BE49-F238E27FC236}">
                <a16:creationId xmlns:a16="http://schemas.microsoft.com/office/drawing/2014/main" id="{9901C8C0-D404-8D2C-8CA3-35000967A63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4" name="Date Placeholder 3">
            <a:extLst>
              <a:ext uri="{FF2B5EF4-FFF2-40B4-BE49-F238E27FC236}">
                <a16:creationId xmlns:a16="http://schemas.microsoft.com/office/drawing/2014/main" id="{DE0D4C1F-51E5-3B39-90E4-3130397AD73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983E627-7DD3-AA4D-8081-2EFEC3D86FF9}" type="datetime1">
              <a:rPr lang="en-US" smtClean="0"/>
              <a:t>12/22/25</a:t>
            </a:fld>
            <a:endParaRPr lang="en-EG"/>
          </a:p>
        </p:txBody>
      </p:sp>
      <p:sp>
        <p:nvSpPr>
          <p:cNvPr id="5" name="Footer Placeholder 4">
            <a:extLst>
              <a:ext uri="{FF2B5EF4-FFF2-40B4-BE49-F238E27FC236}">
                <a16:creationId xmlns:a16="http://schemas.microsoft.com/office/drawing/2014/main" id="{D58CFE31-CB87-8540-E1A5-774639AFF6F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EG"/>
          </a:p>
        </p:txBody>
      </p:sp>
      <p:sp>
        <p:nvSpPr>
          <p:cNvPr id="6" name="Slide Number Placeholder 5">
            <a:extLst>
              <a:ext uri="{FF2B5EF4-FFF2-40B4-BE49-F238E27FC236}">
                <a16:creationId xmlns:a16="http://schemas.microsoft.com/office/drawing/2014/main" id="{CC9ABFC5-316B-CDBD-7770-29A702252F5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946287B-3B8A-AB41-8A6B-DD15903AF9C3}" type="slidenum">
              <a:rPr lang="en-EG" smtClean="0"/>
              <a:t>‹#›</a:t>
            </a:fld>
            <a:endParaRPr lang="en-EG"/>
          </a:p>
        </p:txBody>
      </p:sp>
    </p:spTree>
    <p:extLst>
      <p:ext uri="{BB962C8B-B14F-4D97-AF65-F5344CB8AC3E}">
        <p14:creationId xmlns:p14="http://schemas.microsoft.com/office/powerpoint/2010/main" val="424485474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E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5ED5ADD-E1B3-1641-A592-1EC3E358D5DE}" type="datetime1">
              <a:rPr lang="en-US" smtClean="0"/>
              <a:t>12/22/25</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83034654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4.jpeg"/><Relationship Id="rId1" Type="http://schemas.openxmlformats.org/officeDocument/2006/relationships/slideLayout" Target="../slideLayouts/slideLayout2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4.xml"/><Relationship Id="rId6" Type="http://schemas.openxmlformats.org/officeDocument/2006/relationships/image" Target="https://cdn-0.plantuml.com/plantuml/png/PL3BRkiW4Dtp5REwIXPNsSUBnatIXnHBLTqVe31sfi5WmP3MVr_0IX_f3kOyPixP19QUus044nk4-X7go6wGZ1fUlDHaUsYdm3Z0VwWLqvbuWXt9tij1Y28NOdrmFTdLC_QKgBuIw-HoHCkaaXF4a6U2EbZyc9Ep4A9I648NpSqICWAB2SDI0AplaDKH7fAXyubkO2TPLXdPKHYDdA1bfqxGI7z2Bi0zMlHvuPD7JIfl26bvpj0Se74QJU6rH_V-Y_CFRkEqQj4OQActqeHAe0a82-kMNugzzyv3a-wLFMQZTDeeq6hgKWMvBVHGZwDtPmofZ3TK7A3CgnA-F2yC_IVn_WDLPBme07AjymyALYeZMvfubG6_myoahRCT-Q5KUnLWAwr2C_EkPVEbgAjBbf9hapvnC9y0" TargetMode="External"/><Relationship Id="rId5" Type="http://schemas.openxmlformats.org/officeDocument/2006/relationships/image" Target="../media/image8.png"/><Relationship Id="rId4" Type="http://schemas.openxmlformats.org/officeDocument/2006/relationships/image" Target="https://cdn-0.plantuml.com/plantuml/png/bLJ1RXGn3BtFLrYzLxtleMgX0bLg9RHBU_ScPjSqamo9isNvUXAiKQCfACnbv57y_9wVdTmamIXvT0CQ2H6-HhGKXmcZiE49lS3JVViB7uEN69nRP5qyFi1ZiEGk09D6WqN1FIQ2Emre6BG-N5wNiXju20VsLriwS1AALGAVKAXIFjsNf8Pi0xky7rd0LGn4-f4foHkaaJM7oZDpR-0P7TkQQo9PyiBeqboWqJW7SBaGi2N9qSD9ot2eAb9sCbXwNwKLeTtEU6qW2KfE3RIXgirNa9fLEZ-6roMizMhXwZFJQqaCvWMco8RAbooRgZXrFDwghIrYbSMVICmHZbpO2pCw636-a43TXFLMAwpdxhLksmQ-gEYszKQzhkIVxx_esgujBP1_6UYEl5s2-jEyupGvF3V0pZpdeUpp-IgHSv3uuD7rPlcPFCLwgkczGJP6tfRqywztUzFtyKDHk7jJs76nNPpo4i111PDL-BhBMU9l7CTwJLRUHoLRSnKLqPdQxJJ5SABokdqd8o3ryBzUE4q5IuPJiRuxjgMD2gUVPB8eVgs9McA5bMhF-ZVDA1zMdGitRyZRFBhV"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4.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8" Type="http://schemas.openxmlformats.org/officeDocument/2006/relationships/hyperlink" Target="https://www.investopedia.com/" TargetMode="External"/><Relationship Id="rId13" Type="http://schemas.openxmlformats.org/officeDocument/2006/relationships/hyperlink" Target="https://app.diagrams.net/" TargetMode="External"/><Relationship Id="rId3" Type="http://schemas.openxmlformats.org/officeDocument/2006/relationships/hyperlink" Target="https://doi.org/10.1016/j.procs.2020.09.319" TargetMode="External"/><Relationship Id="rId7" Type="http://schemas.openxmlformats.org/officeDocument/2006/relationships/hyperlink" Target="https://scikit-learn.org/" TargetMode="External"/><Relationship Id="rId12" Type="http://schemas.openxmlformats.org/officeDocument/2006/relationships/hyperlink" Target="https://plantuml.com/" TargetMode="External"/><Relationship Id="rId2" Type="http://schemas.openxmlformats.org/officeDocument/2006/relationships/hyperlink" Target="https://doi.org/10.62836/iaet.v2i1.162" TargetMode="External"/><Relationship Id="rId1" Type="http://schemas.openxmlformats.org/officeDocument/2006/relationships/slideLayout" Target="../slideLayouts/slideLayout13.xml"/><Relationship Id="rId6" Type="http://schemas.openxmlformats.org/officeDocument/2006/relationships/hyperlink" Target="https://www.python.org/" TargetMode="External"/><Relationship Id="rId11" Type="http://schemas.openxmlformats.org/officeDocument/2006/relationships/hyperlink" Target="https://www.kaggle.com/" TargetMode="External"/><Relationship Id="rId5" Type="http://schemas.openxmlformats.org/officeDocument/2006/relationships/hyperlink" Target="https://link.springer.com/article/10.1186/s40854-021-00288-1" TargetMode="External"/><Relationship Id="rId10" Type="http://schemas.openxmlformats.org/officeDocument/2006/relationships/hyperlink" Target="https://www.yahoo.com/finance" TargetMode="External"/><Relationship Id="rId4" Type="http://schemas.openxmlformats.org/officeDocument/2006/relationships/hyperlink" Target="https://www.tandfonline.com/" TargetMode="External"/><Relationship Id="rId9" Type="http://schemas.openxmlformats.org/officeDocument/2006/relationships/hyperlink" Target="https://medium.com/"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BAD76F3E-3A97-486B-B402-44400A8B9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89C113DE-E853-BBED-B8C2-F7D39F8FB165}"/>
              </a:ext>
            </a:extLst>
          </p:cNvPr>
          <p:cNvSpPr>
            <a:spLocks noGrp="1"/>
          </p:cNvSpPr>
          <p:nvPr>
            <p:ph type="ctrTitle"/>
          </p:nvPr>
        </p:nvSpPr>
        <p:spPr>
          <a:xfrm>
            <a:off x="838200" y="1093788"/>
            <a:ext cx="10515602" cy="2967208"/>
          </a:xfrm>
        </p:spPr>
        <p:txBody>
          <a:bodyPr>
            <a:normAutofit/>
          </a:bodyPr>
          <a:lstStyle/>
          <a:p>
            <a:pPr algn="l"/>
            <a:r>
              <a:rPr lang="en-EG" sz="8000" dirty="0"/>
              <a:t>AI Automated Trading System</a:t>
            </a:r>
          </a:p>
        </p:txBody>
      </p:sp>
      <p:sp>
        <p:nvSpPr>
          <p:cNvPr id="3" name="Subtitle 2">
            <a:extLst>
              <a:ext uri="{FF2B5EF4-FFF2-40B4-BE49-F238E27FC236}">
                <a16:creationId xmlns:a16="http://schemas.microsoft.com/office/drawing/2014/main" id="{98325331-1359-8A2F-AF68-8C4C251EC519}"/>
              </a:ext>
            </a:extLst>
          </p:cNvPr>
          <p:cNvSpPr>
            <a:spLocks noGrp="1"/>
          </p:cNvSpPr>
          <p:nvPr>
            <p:ph type="subTitle" idx="1"/>
          </p:nvPr>
        </p:nvSpPr>
        <p:spPr>
          <a:xfrm>
            <a:off x="7400924" y="4619624"/>
            <a:ext cx="3946779" cy="1038225"/>
          </a:xfrm>
        </p:spPr>
        <p:txBody>
          <a:bodyPr>
            <a:normAutofit/>
          </a:bodyPr>
          <a:lstStyle/>
          <a:p>
            <a:r>
              <a:rPr lang="en-US" sz="1500" dirty="0"/>
              <a:t>By: Ahmed Sherif Mohamed Sabry</a:t>
            </a:r>
          </a:p>
          <a:p>
            <a:r>
              <a:rPr lang="en-US" sz="1500" dirty="0"/>
              <a:t>ID: 21512145</a:t>
            </a:r>
          </a:p>
          <a:p>
            <a:r>
              <a:rPr lang="en-US" sz="1500" dirty="0"/>
              <a:t>Supervisor: Prof. Mahmoud Atallah </a:t>
            </a:r>
            <a:endParaRPr lang="en-EG" sz="1500" dirty="0"/>
          </a:p>
        </p:txBody>
      </p:sp>
      <p:sp>
        <p:nvSpPr>
          <p:cNvPr id="42" name="Rectangle 41">
            <a:extLst>
              <a:ext uri="{FF2B5EF4-FFF2-40B4-BE49-F238E27FC236}">
                <a16:creationId xmlns:a16="http://schemas.microsoft.com/office/drawing/2014/main" id="{391F6B52-91F4-4AEB-B6DB-29FEBCF28C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4331166"/>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9" name="Rectangle 48">
            <a:extLst>
              <a:ext uri="{FF2B5EF4-FFF2-40B4-BE49-F238E27FC236}">
                <a16:creationId xmlns:a16="http://schemas.microsoft.com/office/drawing/2014/main" id="{2CD6F061-7C53-44F4-9794-953DB70A4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9346882" y="2348839"/>
            <a:ext cx="54864" cy="394677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descr="A logo for a company&#10;&#10;AI-generated content may be incorrect.">
            <a:extLst>
              <a:ext uri="{FF2B5EF4-FFF2-40B4-BE49-F238E27FC236}">
                <a16:creationId xmlns:a16="http://schemas.microsoft.com/office/drawing/2014/main" id="{9E1B9576-523B-40D7-5E8E-647E28E00D70}"/>
              </a:ext>
            </a:extLst>
          </p:cNvPr>
          <p:cNvPicPr>
            <a:picLocks/>
          </p:cNvPicPr>
          <p:nvPr/>
        </p:nvPicPr>
        <p:blipFill>
          <a:blip r:embed="rId2">
            <a:extLst>
              <a:ext uri="{28A0092B-C50C-407E-A947-70E740481C1C}">
                <a14:useLocalDpi xmlns:a14="http://schemas.microsoft.com/office/drawing/2010/main" val="0"/>
              </a:ext>
            </a:extLst>
          </a:blip>
          <a:stretch>
            <a:fillRect/>
          </a:stretch>
        </p:blipFill>
        <p:spPr bwMode="auto">
          <a:xfrm>
            <a:off x="9122629" y="567613"/>
            <a:ext cx="2231172" cy="1051935"/>
          </a:xfrm>
          <a:prstGeom prst="rect">
            <a:avLst/>
          </a:prstGeom>
          <a:noFill/>
        </p:spPr>
      </p:pic>
    </p:spTree>
    <p:extLst>
      <p:ext uri="{BB962C8B-B14F-4D97-AF65-F5344CB8AC3E}">
        <p14:creationId xmlns:p14="http://schemas.microsoft.com/office/powerpoint/2010/main" val="15060831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D327C982-334A-A8F4-724F-C0732ABA6420}"/>
              </a:ext>
            </a:extLst>
          </p:cNvPr>
          <p:cNvSpPr>
            <a:spLocks noGrp="1"/>
          </p:cNvSpPr>
          <p:nvPr>
            <p:ph type="title"/>
          </p:nvPr>
        </p:nvSpPr>
        <p:spPr>
          <a:xfrm>
            <a:off x="838200" y="365125"/>
            <a:ext cx="10515600" cy="1325563"/>
          </a:xfrm>
        </p:spPr>
        <p:txBody>
          <a:bodyPr>
            <a:normAutofit/>
          </a:bodyPr>
          <a:lstStyle/>
          <a:p>
            <a:r>
              <a:rPr lang="en-US" sz="4200" kern="100" dirty="0">
                <a:effectLst/>
                <a:latin typeface="Aptos" panose="020B0004020202020204" pitchFamily="34" charset="0"/>
                <a:ea typeface="Aptos" panose="020B0004020202020204" pitchFamily="34" charset="0"/>
                <a:cs typeface="Times New Roman" panose="02020603050405020304" pitchFamily="18" charset="0"/>
              </a:rPr>
              <a:t>Problem Statement</a:t>
            </a:r>
            <a:endParaRPr lang="en-EG" sz="4200" dirty="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Content Placeholder 2">
            <a:extLst>
              <a:ext uri="{FF2B5EF4-FFF2-40B4-BE49-F238E27FC236}">
                <a16:creationId xmlns:a16="http://schemas.microsoft.com/office/drawing/2014/main" id="{8131D92E-EAC3-29BF-789C-C9B0E54200EC}"/>
              </a:ext>
            </a:extLst>
          </p:cNvPr>
          <p:cNvSpPr>
            <a:spLocks noGrp="1"/>
          </p:cNvSpPr>
          <p:nvPr>
            <p:ph idx="1"/>
          </p:nvPr>
        </p:nvSpPr>
        <p:spPr>
          <a:xfrm>
            <a:off x="838200" y="1929384"/>
            <a:ext cx="5804971" cy="4251960"/>
          </a:xfrm>
        </p:spPr>
        <p:txBody>
          <a:bodyPr>
            <a:normAutofit/>
          </a:bodyPr>
          <a:lstStyle/>
          <a:p>
            <a:pPr marL="0" indent="0" algn="just">
              <a:lnSpc>
                <a:spcPct val="200000"/>
              </a:lnSpc>
              <a:buNone/>
            </a:pPr>
            <a:r>
              <a:rPr lang="en-US" sz="2200" dirty="0"/>
              <a:t>Trading in financial markets is challenging due to rapid price changes and large amounts of data that need to be analyzed quickly. Human traders may struggle to keep up, leading to delays, mistakes, or emotional decisions.</a:t>
            </a:r>
          </a:p>
        </p:txBody>
      </p:sp>
      <p:sp>
        <p:nvSpPr>
          <p:cNvPr id="6" name="Slide Number Placeholder 5">
            <a:extLst>
              <a:ext uri="{FF2B5EF4-FFF2-40B4-BE49-F238E27FC236}">
                <a16:creationId xmlns:a16="http://schemas.microsoft.com/office/drawing/2014/main" id="{FC9DE455-21EA-AE90-3B8B-1C432D5A3B7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946287B-3B8A-AB41-8A6B-DD15903AF9C3}" type="slidenum">
              <a:rPr kumimoji="0" lang="en-EG"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EG"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pic>
        <p:nvPicPr>
          <p:cNvPr id="1028" name="Picture 4" descr="Man stress and headache for double exposure on trading computer data  analytics and stock market crash Frustrated trader seller or investor with  depression sad or overlay for assets loss at night |">
            <a:extLst>
              <a:ext uri="{FF2B5EF4-FFF2-40B4-BE49-F238E27FC236}">
                <a16:creationId xmlns:a16="http://schemas.microsoft.com/office/drawing/2014/main" id="{CBF787B4-E085-6369-B02E-9E7536F165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50964" y="2136087"/>
            <a:ext cx="4572000" cy="3149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34769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11260A39-EAC7-AF73-47CE-835A76E9ED8C}"/>
              </a:ext>
            </a:extLst>
          </p:cNvPr>
          <p:cNvSpPr>
            <a:spLocks noGrp="1"/>
          </p:cNvSpPr>
          <p:nvPr>
            <p:ph type="title"/>
          </p:nvPr>
        </p:nvSpPr>
        <p:spPr>
          <a:xfrm>
            <a:off x="838200" y="365125"/>
            <a:ext cx="10515600" cy="1325563"/>
          </a:xfrm>
        </p:spPr>
        <p:txBody>
          <a:bodyPr>
            <a:normAutofit/>
          </a:bodyPr>
          <a:lstStyle/>
          <a:p>
            <a:r>
              <a:rPr lang="en-US" sz="5400" kern="100" dirty="0">
                <a:effectLst/>
                <a:latin typeface="Aptos" panose="020B0004020202020204" pitchFamily="34" charset="0"/>
                <a:ea typeface="Aptos" panose="020B0004020202020204" pitchFamily="34" charset="0"/>
                <a:cs typeface="Times New Roman" panose="02020603050405020304" pitchFamily="18" charset="0"/>
              </a:rPr>
              <a:t>Proposed Solution</a:t>
            </a:r>
            <a:endParaRPr lang="en-EG" sz="5400" dirty="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Content Placeholder 2">
            <a:extLst>
              <a:ext uri="{FF2B5EF4-FFF2-40B4-BE49-F238E27FC236}">
                <a16:creationId xmlns:a16="http://schemas.microsoft.com/office/drawing/2014/main" id="{C25B4510-BBD7-3955-6088-846D557D4A6B}"/>
              </a:ext>
            </a:extLst>
          </p:cNvPr>
          <p:cNvSpPr>
            <a:spLocks noGrp="1"/>
          </p:cNvSpPr>
          <p:nvPr>
            <p:ph idx="1"/>
          </p:nvPr>
        </p:nvSpPr>
        <p:spPr>
          <a:xfrm>
            <a:off x="669036" y="1929383"/>
            <a:ext cx="6808210" cy="4398845"/>
          </a:xfrm>
        </p:spPr>
        <p:txBody>
          <a:bodyPr>
            <a:normAutofit/>
          </a:bodyPr>
          <a:lstStyle/>
          <a:p>
            <a:pPr marL="0" indent="0" algn="just">
              <a:lnSpc>
                <a:spcPct val="150000"/>
              </a:lnSpc>
              <a:buNone/>
            </a:pPr>
            <a:r>
              <a:rPr lang="en-US" sz="1800" dirty="0">
                <a:latin typeface="Arial" panose="020B0604020202020204" pitchFamily="34" charset="0"/>
                <a:cs typeface="Arial" panose="020B0604020202020204" pitchFamily="34" charset="0"/>
              </a:rPr>
              <a:t>Developing an automated trading system that uses machine learning to analyze historical market data and predict stock price movements. The system will generate buy/sell signals to support the trader, while the final decision remains with the human user “</a:t>
            </a:r>
            <a:r>
              <a:rPr lang="en-US" sz="1800" b="1" dirty="0">
                <a:latin typeface="Arial" panose="020B0604020202020204" pitchFamily="34" charset="0"/>
                <a:cs typeface="Arial" panose="020B0604020202020204" pitchFamily="34" charset="0"/>
              </a:rPr>
              <a:t>Human-in-the-Loop Design”</a:t>
            </a:r>
            <a:r>
              <a:rPr lang="en-US" sz="1800" dirty="0">
                <a:latin typeface="Arial" panose="020B0604020202020204" pitchFamily="34" charset="0"/>
                <a:cs typeface="Arial" panose="020B0604020202020204" pitchFamily="34" charset="0"/>
              </a:rPr>
              <a:t>.</a:t>
            </a:r>
          </a:p>
          <a:p>
            <a:pPr marL="0" indent="0" algn="just">
              <a:lnSpc>
                <a:spcPct val="150000"/>
              </a:lnSpc>
              <a:buNone/>
            </a:pPr>
            <a:r>
              <a:rPr lang="en-US" sz="1800" dirty="0">
                <a:latin typeface="Arial" panose="020B0604020202020204" pitchFamily="34" charset="0"/>
                <a:cs typeface="Arial" panose="020B0604020202020204" pitchFamily="34" charset="0"/>
              </a:rPr>
              <a:t>The goal is to improve trading speed and accuracy while reducing emotional and rushed decisions.</a:t>
            </a:r>
          </a:p>
          <a:p>
            <a:pPr marL="0" indent="0" algn="just">
              <a:lnSpc>
                <a:spcPct val="150000"/>
              </a:lnSpc>
              <a:buNone/>
            </a:pPr>
            <a:r>
              <a:rPr lang="en-US" sz="1800" dirty="0">
                <a:solidFill>
                  <a:srgbClr val="000000"/>
                </a:solidFill>
                <a:effectLst/>
                <a:latin typeface="Times New Roman" panose="02020603050405020304" pitchFamily="18" charset="0"/>
              </a:rPr>
              <a:t>The system's user-friendly design ensures that both novice and experienced traders can benefit from its features.</a:t>
            </a:r>
          </a:p>
        </p:txBody>
      </p:sp>
      <p:sp>
        <p:nvSpPr>
          <p:cNvPr id="4" name="Slide Number Placeholder 3">
            <a:extLst>
              <a:ext uri="{FF2B5EF4-FFF2-40B4-BE49-F238E27FC236}">
                <a16:creationId xmlns:a16="http://schemas.microsoft.com/office/drawing/2014/main" id="{058745A6-0EC8-E165-84DD-EBDF8CB893C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946287B-3B8A-AB41-8A6B-DD15903AF9C3}" type="slidenum">
              <a:rPr kumimoji="0" lang="en-EG"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EG"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pic>
        <p:nvPicPr>
          <p:cNvPr id="5" name="Picture 2" descr="Pros and Cons of Mechanical Trading Systems - Forex Training Group">
            <a:extLst>
              <a:ext uri="{FF2B5EF4-FFF2-40B4-BE49-F238E27FC236}">
                <a16:creationId xmlns:a16="http://schemas.microsoft.com/office/drawing/2014/main" id="{A76685D5-039A-701D-E94F-97DB46D523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43462" y="2342504"/>
            <a:ext cx="3779501" cy="30882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90224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0CCD6DC-57E5-A0AD-09FD-9F124FB92A3B}"/>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defTabSz="914400">
              <a:lnSpc>
                <a:spcPct val="90000"/>
              </a:lnSpc>
            </a:pPr>
            <a:r>
              <a:rPr lang="en-US" sz="4100" kern="1200">
                <a:solidFill>
                  <a:schemeClr val="tx1"/>
                </a:solidFill>
                <a:latin typeface="+mj-lt"/>
                <a:ea typeface="+mj-ea"/>
                <a:cs typeface="+mj-cs"/>
              </a:rPr>
              <a:t>Related Work vs Proposed Project Comparison</a:t>
            </a:r>
          </a:p>
        </p:txBody>
      </p:sp>
      <p:sp>
        <p:nvSpPr>
          <p:cNvPr id="21"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onnsiteX0" fmla="*/ 0 w 4572000"/>
              <a:gd name="connsiteY0" fmla="*/ 0 h 18288"/>
              <a:gd name="connsiteX1" fmla="*/ 515983 w 4572000"/>
              <a:gd name="connsiteY1" fmla="*/ 0 h 18288"/>
              <a:gd name="connsiteX2" fmla="*/ 1031966 w 4572000"/>
              <a:gd name="connsiteY2" fmla="*/ 0 h 18288"/>
              <a:gd name="connsiteX3" fmla="*/ 1639389 w 4572000"/>
              <a:gd name="connsiteY3" fmla="*/ 0 h 18288"/>
              <a:gd name="connsiteX4" fmla="*/ 2383971 w 4572000"/>
              <a:gd name="connsiteY4" fmla="*/ 0 h 18288"/>
              <a:gd name="connsiteX5" fmla="*/ 2945674 w 4572000"/>
              <a:gd name="connsiteY5" fmla="*/ 0 h 18288"/>
              <a:gd name="connsiteX6" fmla="*/ 3507377 w 4572000"/>
              <a:gd name="connsiteY6" fmla="*/ 0 h 18288"/>
              <a:gd name="connsiteX7" fmla="*/ 4572000 w 4572000"/>
              <a:gd name="connsiteY7" fmla="*/ 0 h 18288"/>
              <a:gd name="connsiteX8" fmla="*/ 4572000 w 4572000"/>
              <a:gd name="connsiteY8" fmla="*/ 18288 h 18288"/>
              <a:gd name="connsiteX9" fmla="*/ 3873137 w 4572000"/>
              <a:gd name="connsiteY9" fmla="*/ 18288 h 18288"/>
              <a:gd name="connsiteX10" fmla="*/ 3311434 w 4572000"/>
              <a:gd name="connsiteY10" fmla="*/ 18288 h 18288"/>
              <a:gd name="connsiteX11" fmla="*/ 2749731 w 4572000"/>
              <a:gd name="connsiteY11" fmla="*/ 18288 h 18288"/>
              <a:gd name="connsiteX12" fmla="*/ 2050869 w 4572000"/>
              <a:gd name="connsiteY12" fmla="*/ 18288 h 18288"/>
              <a:gd name="connsiteX13" fmla="*/ 1306286 w 4572000"/>
              <a:gd name="connsiteY13" fmla="*/ 18288 h 18288"/>
              <a:gd name="connsiteX14" fmla="*/ 790303 w 4572000"/>
              <a:gd name="connsiteY14" fmla="*/ 18288 h 18288"/>
              <a:gd name="connsiteX15" fmla="*/ 0 w 4572000"/>
              <a:gd name="connsiteY15" fmla="*/ 18288 h 18288"/>
              <a:gd name="connsiteX16" fmla="*/ 0 w 457200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Content Placeholder 6">
            <a:extLst>
              <a:ext uri="{FF2B5EF4-FFF2-40B4-BE49-F238E27FC236}">
                <a16:creationId xmlns:a16="http://schemas.microsoft.com/office/drawing/2014/main" id="{2E70B208-B7BB-444F-450E-640B1C762B9C}"/>
              </a:ext>
            </a:extLst>
          </p:cNvPr>
          <p:cNvGraphicFramePr>
            <a:graphicFrameLocks noGrp="1"/>
          </p:cNvGraphicFramePr>
          <p:nvPr>
            <p:ph idx="1"/>
            <p:extLst>
              <p:ext uri="{D42A27DB-BD31-4B8C-83A1-F6EECF244321}">
                <p14:modId xmlns:p14="http://schemas.microsoft.com/office/powerpoint/2010/main" val="410964371"/>
              </p:ext>
            </p:extLst>
          </p:nvPr>
        </p:nvGraphicFramePr>
        <p:xfrm>
          <a:off x="638881" y="1946242"/>
          <a:ext cx="10909639" cy="4273590"/>
        </p:xfrm>
        <a:graphic>
          <a:graphicData uri="http://schemas.openxmlformats.org/drawingml/2006/table">
            <a:tbl>
              <a:tblPr firstRow="1" bandRow="1">
                <a:tableStyleId>{93296810-A885-4BE3-A3E7-6D5BEEA58F35}</a:tableStyleId>
              </a:tblPr>
              <a:tblGrid>
                <a:gridCol w="1846523">
                  <a:extLst>
                    <a:ext uri="{9D8B030D-6E8A-4147-A177-3AD203B41FA5}">
                      <a16:colId xmlns:a16="http://schemas.microsoft.com/office/drawing/2014/main" val="3690204513"/>
                    </a:ext>
                  </a:extLst>
                </a:gridCol>
                <a:gridCol w="2369880">
                  <a:extLst>
                    <a:ext uri="{9D8B030D-6E8A-4147-A177-3AD203B41FA5}">
                      <a16:colId xmlns:a16="http://schemas.microsoft.com/office/drawing/2014/main" val="204933"/>
                    </a:ext>
                  </a:extLst>
                </a:gridCol>
                <a:gridCol w="2255289">
                  <a:extLst>
                    <a:ext uri="{9D8B030D-6E8A-4147-A177-3AD203B41FA5}">
                      <a16:colId xmlns:a16="http://schemas.microsoft.com/office/drawing/2014/main" val="3454637881"/>
                    </a:ext>
                  </a:extLst>
                </a:gridCol>
                <a:gridCol w="1873770">
                  <a:extLst>
                    <a:ext uri="{9D8B030D-6E8A-4147-A177-3AD203B41FA5}">
                      <a16:colId xmlns:a16="http://schemas.microsoft.com/office/drawing/2014/main" val="1960763882"/>
                    </a:ext>
                  </a:extLst>
                </a:gridCol>
                <a:gridCol w="2564177">
                  <a:extLst>
                    <a:ext uri="{9D8B030D-6E8A-4147-A177-3AD203B41FA5}">
                      <a16:colId xmlns:a16="http://schemas.microsoft.com/office/drawing/2014/main" val="764195407"/>
                    </a:ext>
                  </a:extLst>
                </a:gridCol>
              </a:tblGrid>
              <a:tr h="285862">
                <a:tc>
                  <a:txBody>
                    <a:bodyPr/>
                    <a:lstStyle/>
                    <a:p>
                      <a:pPr algn="ctr"/>
                      <a:r>
                        <a:rPr lang="en-US" sz="1000" b="1"/>
                        <a:t>Feature</a:t>
                      </a:r>
                    </a:p>
                  </a:txBody>
                  <a:tcPr marL="48449" marR="48449" marT="24225" marB="24225" anchor="ctr"/>
                </a:tc>
                <a:tc>
                  <a:txBody>
                    <a:bodyPr/>
                    <a:lstStyle/>
                    <a:p>
                      <a:pPr algn="ctr"/>
                      <a:r>
                        <a:rPr lang="en-US" sz="1000" b="1"/>
                        <a:t>Automated Trading System</a:t>
                      </a:r>
                    </a:p>
                  </a:txBody>
                  <a:tcPr marL="48449" marR="48449" marT="24225" marB="24225" anchor="ctr"/>
                </a:tc>
                <a:tc>
                  <a:txBody>
                    <a:bodyPr/>
                    <a:lstStyle/>
                    <a:p>
                      <a:pPr algn="ctr"/>
                      <a:r>
                        <a:rPr lang="en-US" sz="1000" b="1"/>
                        <a:t>Hybrid AI Trading Strategies</a:t>
                      </a:r>
                    </a:p>
                  </a:txBody>
                  <a:tcPr marL="48449" marR="48449" marT="24225" marB="24225" anchor="ctr"/>
                </a:tc>
                <a:tc>
                  <a:txBody>
                    <a:bodyPr/>
                    <a:lstStyle/>
                    <a:p>
                      <a:pPr algn="ctr"/>
                      <a:r>
                        <a:rPr lang="en-US" sz="1000" b="1"/>
                        <a:t>Stock Price Prediction</a:t>
                      </a:r>
                    </a:p>
                  </a:txBody>
                  <a:tcPr marL="48449" marR="48449" marT="24225" marB="24225" anchor="ctr"/>
                </a:tc>
                <a:tc>
                  <a:txBody>
                    <a:bodyPr/>
                    <a:lstStyle/>
                    <a:p>
                      <a:pPr algn="ctr"/>
                      <a:r>
                        <a:rPr lang="en-US" sz="1000" b="1"/>
                        <a:t>Proposed System</a:t>
                      </a:r>
                    </a:p>
                  </a:txBody>
                  <a:tcPr marL="48449" marR="48449" marT="24225" marB="24225" anchor="ctr"/>
                </a:tc>
                <a:extLst>
                  <a:ext uri="{0D108BD9-81ED-4DB2-BD59-A6C34878D82A}">
                    <a16:rowId xmlns:a16="http://schemas.microsoft.com/office/drawing/2014/main" val="3566714280"/>
                  </a:ext>
                </a:extLst>
              </a:tr>
              <a:tr h="473131">
                <a:tc>
                  <a:txBody>
                    <a:bodyPr/>
                    <a:lstStyle/>
                    <a:p>
                      <a:pPr algn="ctr"/>
                      <a:r>
                        <a:rPr lang="en-US" sz="1000" b="1"/>
                        <a:t>Main Focus</a:t>
                      </a:r>
                      <a:endParaRPr lang="en-US" sz="1000"/>
                    </a:p>
                  </a:txBody>
                  <a:tcPr marL="48449" marR="48449" marT="24225" marB="24225" anchor="ctr"/>
                </a:tc>
                <a:tc>
                  <a:txBody>
                    <a:bodyPr/>
                    <a:lstStyle/>
                    <a:p>
                      <a:pPr algn="ctr"/>
                      <a:r>
                        <a:rPr lang="en-US" sz="1000"/>
                        <a:t>Full automation of trading decisions</a:t>
                      </a:r>
                    </a:p>
                  </a:txBody>
                  <a:tcPr marL="48449" marR="48449" marT="24225" marB="24225" anchor="ctr"/>
                </a:tc>
                <a:tc>
                  <a:txBody>
                    <a:bodyPr/>
                    <a:lstStyle/>
                    <a:p>
                      <a:pPr algn="ctr"/>
                      <a:r>
                        <a:rPr lang="en-US" sz="1000"/>
                        <a:t>Improving prediction using multiple models</a:t>
                      </a:r>
                    </a:p>
                  </a:txBody>
                  <a:tcPr marL="48449" marR="48449" marT="24225" marB="24225" anchor="ctr"/>
                </a:tc>
                <a:tc>
                  <a:txBody>
                    <a:bodyPr/>
                    <a:lstStyle/>
                    <a:p>
                      <a:pPr algn="ctr"/>
                      <a:r>
                        <a:rPr lang="en-US" sz="1000" dirty="0"/>
                        <a:t>Predicting stock prices using LSTM</a:t>
                      </a:r>
                    </a:p>
                  </a:txBody>
                  <a:tcPr marL="48449" marR="48449" marT="24225" marB="24225" anchor="ctr"/>
                </a:tc>
                <a:tc>
                  <a:txBody>
                    <a:bodyPr/>
                    <a:lstStyle/>
                    <a:p>
                      <a:pPr algn="ctr"/>
                      <a:r>
                        <a:rPr lang="en-US" sz="1000"/>
                        <a:t>Prediction + Human-approved trading</a:t>
                      </a:r>
                    </a:p>
                  </a:txBody>
                  <a:tcPr marL="48449" marR="48449" marT="24225" marB="24225" anchor="ctr"/>
                </a:tc>
                <a:extLst>
                  <a:ext uri="{0D108BD9-81ED-4DB2-BD59-A6C34878D82A}">
                    <a16:rowId xmlns:a16="http://schemas.microsoft.com/office/drawing/2014/main" val="3859328936"/>
                  </a:ext>
                </a:extLst>
              </a:tr>
              <a:tr h="285862">
                <a:tc>
                  <a:txBody>
                    <a:bodyPr/>
                    <a:lstStyle/>
                    <a:p>
                      <a:pPr algn="ctr"/>
                      <a:r>
                        <a:rPr lang="en-US" sz="1000" b="1"/>
                        <a:t>ML Techniques Used</a:t>
                      </a:r>
                      <a:endParaRPr lang="en-US" sz="1000"/>
                    </a:p>
                  </a:txBody>
                  <a:tcPr marL="48449" marR="48449" marT="24225" marB="24225" anchor="ctr"/>
                </a:tc>
                <a:tc>
                  <a:txBody>
                    <a:bodyPr/>
                    <a:lstStyle/>
                    <a:p>
                      <a:pPr algn="ctr"/>
                      <a:r>
                        <a:rPr lang="en-US" sz="1000"/>
                        <a:t>Not specified</a:t>
                      </a:r>
                    </a:p>
                  </a:txBody>
                  <a:tcPr marL="48449" marR="48449" marT="24225" marB="24225" anchor="ctr"/>
                </a:tc>
                <a:tc>
                  <a:txBody>
                    <a:bodyPr/>
                    <a:lstStyle/>
                    <a:p>
                      <a:pPr algn="ctr"/>
                      <a:r>
                        <a:rPr lang="en-US" sz="1000"/>
                        <a:t>Random Forest, SVM</a:t>
                      </a:r>
                    </a:p>
                  </a:txBody>
                  <a:tcPr marL="48449" marR="48449" marT="24225" marB="24225" anchor="ctr"/>
                </a:tc>
                <a:tc>
                  <a:txBody>
                    <a:bodyPr/>
                    <a:lstStyle/>
                    <a:p>
                      <a:pPr algn="ctr"/>
                      <a:r>
                        <a:rPr lang="en-US" sz="1000"/>
                        <a:t>LSTM</a:t>
                      </a:r>
                    </a:p>
                  </a:txBody>
                  <a:tcPr marL="48449" marR="48449" marT="24225" marB="24225" anchor="ctr"/>
                </a:tc>
                <a:tc>
                  <a:txBody>
                    <a:bodyPr/>
                    <a:lstStyle/>
                    <a:p>
                      <a:pPr algn="ctr"/>
                      <a:r>
                        <a:rPr lang="en-US" sz="1000"/>
                        <a:t>LSTM + Random Forest</a:t>
                      </a:r>
                    </a:p>
                  </a:txBody>
                  <a:tcPr marL="48449" marR="48449" marT="24225" marB="24225" anchor="ctr"/>
                </a:tc>
                <a:extLst>
                  <a:ext uri="{0D108BD9-81ED-4DB2-BD59-A6C34878D82A}">
                    <a16:rowId xmlns:a16="http://schemas.microsoft.com/office/drawing/2014/main" val="1601167543"/>
                  </a:ext>
                </a:extLst>
              </a:tr>
              <a:tr h="285862">
                <a:tc>
                  <a:txBody>
                    <a:bodyPr/>
                    <a:lstStyle/>
                    <a:p>
                      <a:pPr algn="ctr"/>
                      <a:r>
                        <a:rPr lang="en-US" sz="1000" b="1"/>
                        <a:t>Trader Control</a:t>
                      </a:r>
                      <a:endParaRPr lang="en-US" sz="1000"/>
                    </a:p>
                  </a:txBody>
                  <a:tcPr marL="48449" marR="48449" marT="24225" marB="24225" anchor="ctr"/>
                </a:tc>
                <a:tc>
                  <a:txBody>
                    <a:bodyPr/>
                    <a:lstStyle/>
                    <a:p>
                      <a:pPr algn="ctr"/>
                      <a:r>
                        <a:rPr lang="en-US" sz="1000"/>
                        <a:t>Fully automated, no user control</a:t>
                      </a:r>
                    </a:p>
                  </a:txBody>
                  <a:tcPr marL="48449" marR="48449" marT="24225" marB="24225" anchor="ctr"/>
                </a:tc>
                <a:tc>
                  <a:txBody>
                    <a:bodyPr/>
                    <a:lstStyle/>
                    <a:p>
                      <a:pPr algn="ctr"/>
                      <a:r>
                        <a:rPr lang="en-US" sz="1000"/>
                        <a:t>Limited (no interface for control)</a:t>
                      </a:r>
                    </a:p>
                  </a:txBody>
                  <a:tcPr marL="48449" marR="48449" marT="24225" marB="24225" anchor="ctr"/>
                </a:tc>
                <a:tc>
                  <a:txBody>
                    <a:bodyPr/>
                    <a:lstStyle/>
                    <a:p>
                      <a:pPr algn="ctr"/>
                      <a:r>
                        <a:rPr lang="en-US" sz="1000"/>
                        <a:t>No trader involvement</a:t>
                      </a:r>
                    </a:p>
                  </a:txBody>
                  <a:tcPr marL="48449" marR="48449" marT="24225" marB="24225" anchor="ctr"/>
                </a:tc>
                <a:tc>
                  <a:txBody>
                    <a:bodyPr/>
                    <a:lstStyle/>
                    <a:p>
                      <a:pPr algn="ctr"/>
                      <a:r>
                        <a:rPr lang="en-US" sz="1000"/>
                        <a:t>User approves trades manually</a:t>
                      </a:r>
                    </a:p>
                  </a:txBody>
                  <a:tcPr marL="48449" marR="48449" marT="24225" marB="24225" anchor="ctr"/>
                </a:tc>
                <a:extLst>
                  <a:ext uri="{0D108BD9-81ED-4DB2-BD59-A6C34878D82A}">
                    <a16:rowId xmlns:a16="http://schemas.microsoft.com/office/drawing/2014/main" val="4181825284"/>
                  </a:ext>
                </a:extLst>
              </a:tr>
              <a:tr h="473131">
                <a:tc>
                  <a:txBody>
                    <a:bodyPr/>
                    <a:lstStyle/>
                    <a:p>
                      <a:pPr algn="ctr"/>
                      <a:r>
                        <a:rPr lang="en-US" sz="1000" b="1"/>
                        <a:t>Decision Execution</a:t>
                      </a:r>
                      <a:endParaRPr lang="en-US" sz="1000"/>
                    </a:p>
                  </a:txBody>
                  <a:tcPr marL="48449" marR="48449" marT="24225" marB="24225" anchor="ctr"/>
                </a:tc>
                <a:tc>
                  <a:txBody>
                    <a:bodyPr/>
                    <a:lstStyle/>
                    <a:p>
                      <a:pPr algn="ctr"/>
                      <a:r>
                        <a:rPr lang="en-US" sz="1000"/>
                        <a:t>Fully automated</a:t>
                      </a:r>
                    </a:p>
                  </a:txBody>
                  <a:tcPr marL="48449" marR="48449" marT="24225" marB="24225" anchor="ctr"/>
                </a:tc>
                <a:tc>
                  <a:txBody>
                    <a:bodyPr/>
                    <a:lstStyle/>
                    <a:p>
                      <a:pPr algn="ctr"/>
                      <a:r>
                        <a:rPr lang="en-US" sz="1000"/>
                        <a:t>No trade execution</a:t>
                      </a:r>
                    </a:p>
                  </a:txBody>
                  <a:tcPr marL="48449" marR="48449" marT="24225" marB="24225" anchor="ctr"/>
                </a:tc>
                <a:tc>
                  <a:txBody>
                    <a:bodyPr/>
                    <a:lstStyle/>
                    <a:p>
                      <a:pPr algn="ctr"/>
                      <a:r>
                        <a:rPr lang="en-US" sz="1000"/>
                        <a:t>No execution</a:t>
                      </a:r>
                    </a:p>
                  </a:txBody>
                  <a:tcPr marL="48449" marR="48449" marT="24225" marB="24225" anchor="ctr"/>
                </a:tc>
                <a:tc>
                  <a:txBody>
                    <a:bodyPr/>
                    <a:lstStyle/>
                    <a:p>
                      <a:pPr algn="ctr"/>
                      <a:r>
                        <a:rPr lang="en-US" sz="1000"/>
                        <a:t>Generates signals; trader approves</a:t>
                      </a:r>
                    </a:p>
                  </a:txBody>
                  <a:tcPr marL="48449" marR="48449" marT="24225" marB="24225" anchor="ctr"/>
                </a:tc>
                <a:extLst>
                  <a:ext uri="{0D108BD9-81ED-4DB2-BD59-A6C34878D82A}">
                    <a16:rowId xmlns:a16="http://schemas.microsoft.com/office/drawing/2014/main" val="281854141"/>
                  </a:ext>
                </a:extLst>
              </a:tr>
              <a:tr h="285862">
                <a:tc>
                  <a:txBody>
                    <a:bodyPr/>
                    <a:lstStyle/>
                    <a:p>
                      <a:pPr algn="ctr"/>
                      <a:r>
                        <a:rPr lang="en-US" sz="1000" b="1"/>
                        <a:t>Target Users</a:t>
                      </a:r>
                      <a:endParaRPr lang="en-US" sz="1000"/>
                    </a:p>
                  </a:txBody>
                  <a:tcPr marL="48449" marR="48449" marT="24225" marB="24225" anchor="ctr"/>
                </a:tc>
                <a:tc>
                  <a:txBody>
                    <a:bodyPr/>
                    <a:lstStyle/>
                    <a:p>
                      <a:pPr algn="ctr"/>
                      <a:r>
                        <a:rPr lang="en-US" sz="1000"/>
                        <a:t>Advanced traders</a:t>
                      </a:r>
                    </a:p>
                  </a:txBody>
                  <a:tcPr marL="48449" marR="48449" marT="24225" marB="24225" anchor="ctr"/>
                </a:tc>
                <a:tc>
                  <a:txBody>
                    <a:bodyPr/>
                    <a:lstStyle/>
                    <a:p>
                      <a:pPr algn="ctr"/>
                      <a:r>
                        <a:rPr lang="en-US" sz="1000"/>
                        <a:t>Experienced users</a:t>
                      </a:r>
                    </a:p>
                  </a:txBody>
                  <a:tcPr marL="48449" marR="48449" marT="24225" marB="24225" anchor="ctr"/>
                </a:tc>
                <a:tc>
                  <a:txBody>
                    <a:bodyPr/>
                    <a:lstStyle/>
                    <a:p>
                      <a:pPr algn="ctr"/>
                      <a:r>
                        <a:rPr lang="en-US" sz="1000"/>
                        <a:t>Researchers / Analysts</a:t>
                      </a:r>
                    </a:p>
                  </a:txBody>
                  <a:tcPr marL="48449" marR="48449" marT="24225" marB="24225" anchor="ctr"/>
                </a:tc>
                <a:tc>
                  <a:txBody>
                    <a:bodyPr/>
                    <a:lstStyle/>
                    <a:p>
                      <a:pPr algn="ctr"/>
                      <a:r>
                        <a:rPr lang="en-US" sz="1000"/>
                        <a:t>Both beginners and experts</a:t>
                      </a:r>
                    </a:p>
                  </a:txBody>
                  <a:tcPr marL="48449" marR="48449" marT="24225" marB="24225" anchor="ctr"/>
                </a:tc>
                <a:extLst>
                  <a:ext uri="{0D108BD9-81ED-4DB2-BD59-A6C34878D82A}">
                    <a16:rowId xmlns:a16="http://schemas.microsoft.com/office/drawing/2014/main" val="1618375330"/>
                  </a:ext>
                </a:extLst>
              </a:tr>
              <a:tr h="473131">
                <a:tc>
                  <a:txBody>
                    <a:bodyPr/>
                    <a:lstStyle/>
                    <a:p>
                      <a:pPr algn="ctr"/>
                      <a:r>
                        <a:rPr lang="en-US" sz="1000" b="1"/>
                        <a:t>Limitation Summary</a:t>
                      </a:r>
                      <a:endParaRPr lang="en-US" sz="1000"/>
                    </a:p>
                  </a:txBody>
                  <a:tcPr marL="48449" marR="48449" marT="24225" marB="24225" anchor="ctr"/>
                </a:tc>
                <a:tc>
                  <a:txBody>
                    <a:bodyPr/>
                    <a:lstStyle/>
                    <a:p>
                      <a:pPr algn="ctr"/>
                      <a:r>
                        <a:rPr lang="en-US" sz="1000"/>
                        <a:t>Lacks human judgment, trust issues</a:t>
                      </a:r>
                    </a:p>
                  </a:txBody>
                  <a:tcPr marL="48449" marR="48449" marT="24225" marB="24225" anchor="ctr"/>
                </a:tc>
                <a:tc>
                  <a:txBody>
                    <a:bodyPr/>
                    <a:lstStyle/>
                    <a:p>
                      <a:pPr algn="ctr"/>
                      <a:r>
                        <a:rPr lang="en-US" sz="1000"/>
                        <a:t>Complex, lacks interactive features</a:t>
                      </a:r>
                    </a:p>
                  </a:txBody>
                  <a:tcPr marL="48449" marR="48449" marT="24225" marB="24225" anchor="ctr"/>
                </a:tc>
                <a:tc>
                  <a:txBody>
                    <a:bodyPr/>
                    <a:lstStyle/>
                    <a:p>
                      <a:pPr algn="ctr"/>
                      <a:r>
                        <a:rPr lang="en-US" sz="1000"/>
                        <a:t>No decision support or interface</a:t>
                      </a:r>
                    </a:p>
                  </a:txBody>
                  <a:tcPr marL="48449" marR="48449" marT="24225" marB="24225" anchor="ctr"/>
                </a:tc>
                <a:tc>
                  <a:txBody>
                    <a:bodyPr/>
                    <a:lstStyle/>
                    <a:p>
                      <a:pPr algn="ctr"/>
                      <a:r>
                        <a:rPr lang="en-US" sz="1000"/>
                        <a:t>Relies on past data, possible human bias</a:t>
                      </a:r>
                    </a:p>
                  </a:txBody>
                  <a:tcPr marL="48449" marR="48449" marT="24225" marB="24225" anchor="ctr"/>
                </a:tc>
                <a:extLst>
                  <a:ext uri="{0D108BD9-81ED-4DB2-BD59-A6C34878D82A}">
                    <a16:rowId xmlns:a16="http://schemas.microsoft.com/office/drawing/2014/main" val="2013437546"/>
                  </a:ext>
                </a:extLst>
              </a:tr>
              <a:tr h="473131">
                <a:tc>
                  <a:txBody>
                    <a:bodyPr/>
                    <a:lstStyle/>
                    <a:p>
                      <a:pPr algn="ctr"/>
                      <a:r>
                        <a:rPr lang="en-US" sz="1000" b="1"/>
                        <a:t>Key Advantage Over Others</a:t>
                      </a:r>
                      <a:endParaRPr lang="en-US" sz="1000"/>
                    </a:p>
                  </a:txBody>
                  <a:tcPr marL="48449" marR="48449" marT="24225" marB="24225" anchor="ctr"/>
                </a:tc>
                <a:tc>
                  <a:txBody>
                    <a:bodyPr/>
                    <a:lstStyle/>
                    <a:p>
                      <a:pPr algn="ctr"/>
                      <a:r>
                        <a:rPr lang="en-US" sz="1000"/>
                        <a:t>Speed and full automation</a:t>
                      </a:r>
                    </a:p>
                  </a:txBody>
                  <a:tcPr marL="48449" marR="48449" marT="24225" marB="24225" anchor="ctr"/>
                </a:tc>
                <a:tc>
                  <a:txBody>
                    <a:bodyPr/>
                    <a:lstStyle/>
                    <a:p>
                      <a:pPr algn="ctr"/>
                      <a:r>
                        <a:rPr lang="en-US" sz="1000"/>
                        <a:t>Smarter strategies with hybrid models</a:t>
                      </a:r>
                    </a:p>
                  </a:txBody>
                  <a:tcPr marL="48449" marR="48449" marT="24225" marB="24225" anchor="ctr"/>
                </a:tc>
                <a:tc>
                  <a:txBody>
                    <a:bodyPr/>
                    <a:lstStyle/>
                    <a:p>
                      <a:pPr algn="ctr"/>
                      <a:r>
                        <a:rPr lang="en-US" sz="1000"/>
                        <a:t>High accuracy in price prediction</a:t>
                      </a:r>
                    </a:p>
                  </a:txBody>
                  <a:tcPr marL="48449" marR="48449" marT="24225" marB="24225" anchor="ctr"/>
                </a:tc>
                <a:tc>
                  <a:txBody>
                    <a:bodyPr/>
                    <a:lstStyle/>
                    <a:p>
                      <a:pPr algn="ctr"/>
                      <a:r>
                        <a:rPr lang="en-US" sz="1000"/>
                        <a:t>Combines speed + control + usability</a:t>
                      </a:r>
                    </a:p>
                  </a:txBody>
                  <a:tcPr marL="48449" marR="48449" marT="24225" marB="24225" anchor="ctr"/>
                </a:tc>
                <a:extLst>
                  <a:ext uri="{0D108BD9-81ED-4DB2-BD59-A6C34878D82A}">
                    <a16:rowId xmlns:a16="http://schemas.microsoft.com/office/drawing/2014/main" val="3032609677"/>
                  </a:ext>
                </a:extLst>
              </a:tr>
              <a:tr h="899713">
                <a:tc>
                  <a:txBody>
                    <a:bodyPr/>
                    <a:lstStyle/>
                    <a:p>
                      <a:pPr algn="ctr"/>
                      <a:r>
                        <a:rPr lang="en-US" sz="1000" b="1"/>
                        <a:t>Accuracy / Performance</a:t>
                      </a:r>
                    </a:p>
                  </a:txBody>
                  <a:tcPr marL="48449" marR="48449" marT="24225" marB="24225" anchor="ctr"/>
                </a:tc>
                <a:tc>
                  <a:txBody>
                    <a:bodyPr/>
                    <a:lstStyle/>
                    <a:p>
                      <a:pPr algn="ctr"/>
                      <a:r>
                        <a:rPr lang="en-US" sz="1000"/>
                        <a:t>Not specified (focus on execution)</a:t>
                      </a:r>
                    </a:p>
                  </a:txBody>
                  <a:tcPr marL="92124" marR="92124" marT="46062" marB="46062" anchor="ctr"/>
                </a:tc>
                <a:tc>
                  <a:txBody>
                    <a:bodyPr/>
                    <a:lstStyle/>
                    <a:p>
                      <a:pPr algn="ctr"/>
                      <a:r>
                        <a:rPr lang="en-EG" sz="1000"/>
                        <a:t>92.8%</a:t>
                      </a:r>
                      <a:endParaRPr lang="en-US" sz="1000"/>
                    </a:p>
                  </a:txBody>
                  <a:tcPr marL="48449" marR="48449" marT="24225" marB="24225" anchor="ctr"/>
                </a:tc>
                <a:tc>
                  <a:txBody>
                    <a:bodyPr/>
                    <a:lstStyle/>
                    <a:p>
                      <a:pPr algn="ctr"/>
                      <a:r>
                        <a:rPr lang="en-EG" sz="1000"/>
                        <a:t>94.2% </a:t>
                      </a:r>
                      <a:endParaRPr lang="en-US" sz="1000"/>
                    </a:p>
                  </a:txBody>
                  <a:tcPr marL="48449" marR="48449" marT="24225" marB="24225" anchor="ctr"/>
                </a:tc>
                <a:tc>
                  <a:txBody>
                    <a:bodyPr/>
                    <a:lstStyle/>
                    <a:p>
                      <a:pPr algn="ctr"/>
                      <a:r>
                        <a:rPr lang="en-US" sz="1000"/>
                        <a:t>0.95 R² on validation</a:t>
                      </a:r>
                    </a:p>
                    <a:p>
                      <a:pPr algn="ctr"/>
                      <a:r>
                        <a:rPr lang="en-US" sz="1000"/>
                        <a:t>0.94 R² on Test</a:t>
                      </a:r>
                    </a:p>
                    <a:p>
                      <a:pPr algn="ctr"/>
                      <a:r>
                        <a:rPr lang="en-US" sz="1000"/>
                        <a:t>(and they change with the change of stock)</a:t>
                      </a:r>
                    </a:p>
                  </a:txBody>
                  <a:tcPr marL="92124" marR="92124" marT="46062" marB="46062" anchor="ctr"/>
                </a:tc>
                <a:extLst>
                  <a:ext uri="{0D108BD9-81ED-4DB2-BD59-A6C34878D82A}">
                    <a16:rowId xmlns:a16="http://schemas.microsoft.com/office/drawing/2014/main" val="680039217"/>
                  </a:ext>
                </a:extLst>
              </a:tr>
              <a:tr h="337905">
                <a:tc>
                  <a:txBody>
                    <a:bodyPr/>
                    <a:lstStyle/>
                    <a:p>
                      <a:pPr algn="ctr"/>
                      <a:r>
                        <a:rPr lang="en-US" sz="1000" b="1"/>
                        <a:t>Year</a:t>
                      </a:r>
                      <a:endParaRPr lang="en-US" sz="1000"/>
                    </a:p>
                  </a:txBody>
                  <a:tcPr marL="92124" marR="92124" marT="46062" marB="46062" anchor="ctr"/>
                </a:tc>
                <a:tc>
                  <a:txBody>
                    <a:bodyPr/>
                    <a:lstStyle/>
                    <a:p>
                      <a:pPr algn="ctr"/>
                      <a:r>
                        <a:rPr lang="en-EG" sz="1000"/>
                        <a:t>2019</a:t>
                      </a:r>
                    </a:p>
                  </a:txBody>
                  <a:tcPr marL="92124" marR="92124" marT="46062" marB="46062" anchor="ctr"/>
                </a:tc>
                <a:tc>
                  <a:txBody>
                    <a:bodyPr/>
                    <a:lstStyle/>
                    <a:p>
                      <a:pPr algn="ctr"/>
                      <a:r>
                        <a:rPr lang="en-EG" sz="1000"/>
                        <a:t>2021</a:t>
                      </a:r>
                    </a:p>
                  </a:txBody>
                  <a:tcPr marL="92124" marR="92124" marT="46062" marB="46062" anchor="ctr"/>
                </a:tc>
                <a:tc>
                  <a:txBody>
                    <a:bodyPr/>
                    <a:lstStyle/>
                    <a:p>
                      <a:pPr algn="ctr"/>
                      <a:r>
                        <a:rPr lang="en-EG" sz="1000"/>
                        <a:t>2023</a:t>
                      </a:r>
                    </a:p>
                  </a:txBody>
                  <a:tcPr marL="92124" marR="92124" marT="46062" marB="46062" anchor="ctr"/>
                </a:tc>
                <a:tc>
                  <a:txBody>
                    <a:bodyPr/>
                    <a:lstStyle/>
                    <a:p>
                      <a:pPr algn="ctr"/>
                      <a:r>
                        <a:rPr lang="en-US" sz="1000" dirty="0"/>
                        <a:t>2025 (Proposed)</a:t>
                      </a:r>
                    </a:p>
                  </a:txBody>
                  <a:tcPr marL="92124" marR="92124" marT="46062" marB="46062" anchor="ctr"/>
                </a:tc>
                <a:extLst>
                  <a:ext uri="{0D108BD9-81ED-4DB2-BD59-A6C34878D82A}">
                    <a16:rowId xmlns:a16="http://schemas.microsoft.com/office/drawing/2014/main" val="2382779491"/>
                  </a:ext>
                </a:extLst>
              </a:tr>
            </a:tbl>
          </a:graphicData>
        </a:graphic>
      </p:graphicFrame>
      <p:sp>
        <p:nvSpPr>
          <p:cNvPr id="5" name="Slide Number Placeholder 4">
            <a:extLst>
              <a:ext uri="{FF2B5EF4-FFF2-40B4-BE49-F238E27FC236}">
                <a16:creationId xmlns:a16="http://schemas.microsoft.com/office/drawing/2014/main" id="{6C2AA153-2F83-CAC5-16B5-4AE55BB5F78A}"/>
              </a:ext>
            </a:extLst>
          </p:cNvPr>
          <p:cNvSpPr>
            <a:spLocks noGrp="1"/>
          </p:cNvSpPr>
          <p:nvPr>
            <p:ph type="sldNum" sz="quarter" idx="12"/>
          </p:nvPr>
        </p:nvSpPr>
        <p:spPr/>
        <p:txBody>
          <a:bodyPr/>
          <a:lstStyle/>
          <a:p>
            <a:fld id="{C1FF6DA9-008F-8B48-92A6-B652298478BF}" type="slidenum">
              <a:rPr lang="en-US" smtClean="0"/>
              <a:t>4</a:t>
            </a:fld>
            <a:endParaRPr lang="en-US"/>
          </a:p>
        </p:txBody>
      </p:sp>
    </p:spTree>
    <p:extLst>
      <p:ext uri="{BB962C8B-B14F-4D97-AF65-F5344CB8AC3E}">
        <p14:creationId xmlns:p14="http://schemas.microsoft.com/office/powerpoint/2010/main" val="42669281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3" name="Picture 12" descr="A blurry blue and yellow background&#10;&#10;AI-generated content may be incorrect.">
            <a:extLst>
              <a:ext uri="{FF2B5EF4-FFF2-40B4-BE49-F238E27FC236}">
                <a16:creationId xmlns:a16="http://schemas.microsoft.com/office/drawing/2014/main" id="{33F511B1-00AF-082A-366A-DD07E2B1F236}"/>
              </a:ext>
            </a:extLst>
          </p:cNvPr>
          <p:cNvPicPr>
            <a:picLocks noChangeAspect="1"/>
          </p:cNvPicPr>
          <p:nvPr/>
        </p:nvPicPr>
        <p:blipFill>
          <a:blip r:embed="rId2">
            <a:duotone>
              <a:schemeClr val="bg2">
                <a:shade val="45000"/>
                <a:satMod val="135000"/>
              </a:schemeClr>
              <a:prstClr val="white"/>
            </a:duotone>
          </a:blip>
          <a:srcRect t="22226" r="9091"/>
          <a:stretch>
            <a:fillRect/>
          </a:stretch>
        </p:blipFill>
        <p:spPr>
          <a:xfrm>
            <a:off x="20" y="10"/>
            <a:ext cx="12191980" cy="6857990"/>
          </a:xfrm>
          <a:prstGeom prst="rect">
            <a:avLst/>
          </a:prstGeom>
        </p:spPr>
      </p:pic>
      <p:sp>
        <p:nvSpPr>
          <p:cNvPr id="22" name="Rectangle 21">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5"/>
            <a:ext cx="10515600" cy="1325563"/>
          </a:xfrm>
        </p:spPr>
        <p:txBody>
          <a:bodyPr>
            <a:normAutofit/>
          </a:bodyPr>
          <a:lstStyle/>
          <a:p>
            <a:r>
              <a:rPr lang="en-US"/>
              <a:t>System Features</a:t>
            </a:r>
          </a:p>
        </p:txBody>
      </p:sp>
      <p:graphicFrame>
        <p:nvGraphicFramePr>
          <p:cNvPr id="12" name="Content Placeholder 2">
            <a:extLst>
              <a:ext uri="{FF2B5EF4-FFF2-40B4-BE49-F238E27FC236}">
                <a16:creationId xmlns:a16="http://schemas.microsoft.com/office/drawing/2014/main" id="{46555F68-656A-F511-74E4-8E3B9922EBDB}"/>
              </a:ext>
            </a:extLst>
          </p:cNvPr>
          <p:cNvGraphicFramePr>
            <a:graphicFrameLocks noGrp="1"/>
          </p:cNvGraphicFramePr>
          <p:nvPr>
            <p:ph idx="1"/>
            <p:extLst>
              <p:ext uri="{D42A27DB-BD31-4B8C-83A1-F6EECF244321}">
                <p14:modId xmlns:p14="http://schemas.microsoft.com/office/powerpoint/2010/main" val="2740565520"/>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a:extLst>
              <a:ext uri="{FF2B5EF4-FFF2-40B4-BE49-F238E27FC236}">
                <a16:creationId xmlns:a16="http://schemas.microsoft.com/office/drawing/2014/main" id="{E8A229B7-9B7F-BE82-705C-1CE5ECAAD656}"/>
              </a:ext>
            </a:extLst>
          </p:cNvPr>
          <p:cNvSpPr>
            <a:spLocks noGrp="1"/>
          </p:cNvSpPr>
          <p:nvPr>
            <p:ph type="sldNum" sz="quarter" idx="12"/>
          </p:nvPr>
        </p:nvSpPr>
        <p:spPr/>
        <p:txBody>
          <a:bodyPr/>
          <a:lstStyle/>
          <a:p>
            <a:fld id="{C1FF6DA9-008F-8B48-92A6-B652298478BF}" type="slidenum">
              <a:rPr lang="en-US" smtClean="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5" name="Rectangle 1034">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8882" y="639193"/>
            <a:ext cx="3571810" cy="3573516"/>
          </a:xfrm>
        </p:spPr>
        <p:txBody>
          <a:bodyPr vert="horz" lIns="91440" tIns="45720" rIns="91440" bIns="45720" rtlCol="0" anchor="b">
            <a:normAutofit/>
          </a:bodyPr>
          <a:lstStyle/>
          <a:p>
            <a:pPr algn="l" defTabSz="914400">
              <a:lnSpc>
                <a:spcPct val="90000"/>
              </a:lnSpc>
            </a:pPr>
            <a:r>
              <a:rPr lang="en-US" sz="5100" kern="1200">
                <a:solidFill>
                  <a:schemeClr val="tx1"/>
                </a:solidFill>
                <a:latin typeface="+mj-lt"/>
                <a:ea typeface="+mj-ea"/>
                <a:cs typeface="+mj-cs"/>
              </a:rPr>
              <a:t>System Architecture</a:t>
            </a:r>
          </a:p>
        </p:txBody>
      </p:sp>
      <p:sp>
        <p:nvSpPr>
          <p:cNvPr id="1037"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30" name="Picture 6">
            <a:extLst>
              <a:ext uri="{FF2B5EF4-FFF2-40B4-BE49-F238E27FC236}">
                <a16:creationId xmlns:a16="http://schemas.microsoft.com/office/drawing/2014/main" id="{AE68A529-07AA-5FED-380A-0055BA62270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876031" y="640080"/>
            <a:ext cx="6771146" cy="5550408"/>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7A8C7434-4D59-6E06-CC2D-40B2A30B0EB6}"/>
              </a:ext>
            </a:extLst>
          </p:cNvPr>
          <p:cNvSpPr>
            <a:spLocks noGrp="1"/>
          </p:cNvSpPr>
          <p:nvPr>
            <p:ph type="sldNum" sz="quarter" idx="12"/>
          </p:nvPr>
        </p:nvSpPr>
        <p:spPr/>
        <p:txBody>
          <a:bodyPr/>
          <a:lstStyle/>
          <a:p>
            <a:fld id="{C1FF6DA9-008F-8B48-92A6-B652298478BF}" type="slidenum">
              <a:rPr lang="en-US" smtClean="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5" name="Rectangle 84">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2AA02E-3FF8-A33B-C636-D4761676C973}"/>
              </a:ext>
            </a:extLst>
          </p:cNvPr>
          <p:cNvSpPr>
            <a:spLocks noGrp="1"/>
          </p:cNvSpPr>
          <p:nvPr>
            <p:ph type="title"/>
          </p:nvPr>
        </p:nvSpPr>
        <p:spPr>
          <a:xfrm>
            <a:off x="841248" y="548640"/>
            <a:ext cx="3600860" cy="5431536"/>
          </a:xfrm>
        </p:spPr>
        <p:txBody>
          <a:bodyPr>
            <a:normAutofit/>
          </a:bodyPr>
          <a:lstStyle/>
          <a:p>
            <a:r>
              <a:rPr lang="en-US" sz="4600" b="1"/>
              <a:t>Requirements</a:t>
            </a:r>
            <a:endParaRPr lang="en-EG" sz="4600"/>
          </a:p>
        </p:txBody>
      </p:sp>
      <p:sp>
        <p:nvSpPr>
          <p:cNvPr id="86"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87" name="Content Placeholder 2">
            <a:extLst>
              <a:ext uri="{FF2B5EF4-FFF2-40B4-BE49-F238E27FC236}">
                <a16:creationId xmlns:a16="http://schemas.microsoft.com/office/drawing/2014/main" id="{6644F873-F587-733E-D2A7-0E309317A443}"/>
              </a:ext>
            </a:extLst>
          </p:cNvPr>
          <p:cNvGraphicFramePr>
            <a:graphicFrameLocks noGrp="1"/>
          </p:cNvGraphicFramePr>
          <p:nvPr>
            <p:ph idx="1"/>
          </p:nvPr>
        </p:nvGraphicFramePr>
        <p:xfrm>
          <a:off x="5126418" y="552091"/>
          <a:ext cx="6224335" cy="54315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lide Number Placeholder 2">
            <a:extLst>
              <a:ext uri="{FF2B5EF4-FFF2-40B4-BE49-F238E27FC236}">
                <a16:creationId xmlns:a16="http://schemas.microsoft.com/office/drawing/2014/main" id="{D1C5FA40-C269-F0B0-A050-509B596EBD8F}"/>
              </a:ext>
            </a:extLst>
          </p:cNvPr>
          <p:cNvSpPr>
            <a:spLocks noGrp="1"/>
          </p:cNvSpPr>
          <p:nvPr>
            <p:ph type="sldNum" sz="quarter" idx="12"/>
          </p:nvPr>
        </p:nvSpPr>
        <p:spPr/>
        <p:txBody>
          <a:bodyPr/>
          <a:lstStyle/>
          <a:p>
            <a:fld id="{C1FF6DA9-008F-8B48-92A6-B652298478BF}" type="slidenum">
              <a:rPr lang="en-US" smtClean="0"/>
              <a:t>7</a:t>
            </a:fld>
            <a:endParaRPr lang="en-US"/>
          </a:p>
        </p:txBody>
      </p:sp>
    </p:spTree>
    <p:extLst>
      <p:ext uri="{BB962C8B-B14F-4D97-AF65-F5344CB8AC3E}">
        <p14:creationId xmlns:p14="http://schemas.microsoft.com/office/powerpoint/2010/main" val="26564250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A6F63-AEBB-ED07-28C0-926E6F6221C7}"/>
              </a:ext>
            </a:extLst>
          </p:cNvPr>
          <p:cNvSpPr>
            <a:spLocks noGrp="1"/>
          </p:cNvSpPr>
          <p:nvPr>
            <p:ph type="title"/>
          </p:nvPr>
        </p:nvSpPr>
        <p:spPr/>
        <p:txBody>
          <a:bodyPr>
            <a:normAutofit/>
          </a:bodyPr>
          <a:lstStyle/>
          <a:p>
            <a:r>
              <a:rPr lang="en-EG" dirty="0"/>
              <a:t>Diagrams</a:t>
            </a:r>
          </a:p>
        </p:txBody>
      </p:sp>
      <p:pic>
        <p:nvPicPr>
          <p:cNvPr id="4" name="Content Placeholder 3">
            <a:extLst>
              <a:ext uri="{FF2B5EF4-FFF2-40B4-BE49-F238E27FC236}">
                <a16:creationId xmlns:a16="http://schemas.microsoft.com/office/drawing/2014/main" id="{42496970-0E1E-83DA-1CD0-D59B16F798C4}"/>
              </a:ext>
            </a:extLst>
          </p:cNvPr>
          <p:cNvPicPr>
            <a:picLocks noGrp="1" noChangeAspect="1"/>
          </p:cNvPicPr>
          <p:nvPr>
            <p:ph idx="1"/>
          </p:nvPr>
        </p:nvPicPr>
        <p:blipFill>
          <a:blip r:embed="rId2"/>
          <a:stretch>
            <a:fillRect/>
          </a:stretch>
        </p:blipFill>
        <p:spPr>
          <a:xfrm>
            <a:off x="609599" y="2172387"/>
            <a:ext cx="3209559" cy="4300621"/>
          </a:xfrm>
          <a:prstGeom prst="rect">
            <a:avLst/>
          </a:prstGeom>
        </p:spPr>
      </p:pic>
      <p:pic>
        <p:nvPicPr>
          <p:cNvPr id="5" name="Picture 2" descr="PlantUML diagram">
            <a:extLst>
              <a:ext uri="{FF2B5EF4-FFF2-40B4-BE49-F238E27FC236}">
                <a16:creationId xmlns:a16="http://schemas.microsoft.com/office/drawing/2014/main" id="{69994194-7CA4-D8B4-B51F-817FDF290769}"/>
              </a:ext>
            </a:extLst>
          </p:cNvPr>
          <p:cNvPicPr>
            <a:picLocks noChangeAspect="1" noChangeArrowheads="1"/>
          </p:cNvPicPr>
          <p:nvPr/>
        </p:nvPicPr>
        <p:blipFill>
          <a:blip r:embed="rId3" r:link="rId4">
            <a:extLst>
              <a:ext uri="{28A0092B-C50C-407E-A947-70E740481C1C}">
                <a14:useLocalDpi xmlns:a14="http://schemas.microsoft.com/office/drawing/2010/main" val="0"/>
              </a:ext>
            </a:extLst>
          </a:blip>
          <a:stretch>
            <a:fillRect/>
          </a:stretch>
        </p:blipFill>
        <p:spPr bwMode="auto">
          <a:xfrm>
            <a:off x="4423431" y="2172387"/>
            <a:ext cx="3704157" cy="430062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1" descr="PlantUML diagram">
            <a:extLst>
              <a:ext uri="{FF2B5EF4-FFF2-40B4-BE49-F238E27FC236}">
                <a16:creationId xmlns:a16="http://schemas.microsoft.com/office/drawing/2014/main" id="{36E9D9B6-761F-3C50-7C14-9094D9B28B67}"/>
              </a:ext>
            </a:extLst>
          </p:cNvPr>
          <p:cNvPicPr>
            <a:picLocks noChangeAspect="1" noChangeArrowheads="1"/>
          </p:cNvPicPr>
          <p:nvPr/>
        </p:nvPicPr>
        <p:blipFill>
          <a:blip r:embed="rId5" r:link="rId6">
            <a:extLst>
              <a:ext uri="{28A0092B-C50C-407E-A947-70E740481C1C}">
                <a14:useLocalDpi xmlns:a14="http://schemas.microsoft.com/office/drawing/2010/main" val="0"/>
              </a:ext>
            </a:extLst>
          </a:blip>
          <a:stretch>
            <a:fillRect/>
          </a:stretch>
        </p:blipFill>
        <p:spPr bwMode="auto">
          <a:xfrm>
            <a:off x="8731860" y="2027573"/>
            <a:ext cx="2850539" cy="4300621"/>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4BB4F7B0-8C9E-E1C8-3ADF-46624538B44B}"/>
              </a:ext>
            </a:extLst>
          </p:cNvPr>
          <p:cNvSpPr txBox="1"/>
          <p:nvPr/>
        </p:nvSpPr>
        <p:spPr>
          <a:xfrm>
            <a:off x="1111391" y="1610347"/>
            <a:ext cx="1893211" cy="369332"/>
          </a:xfrm>
          <a:prstGeom prst="rect">
            <a:avLst/>
          </a:prstGeom>
          <a:noFill/>
        </p:spPr>
        <p:txBody>
          <a:bodyPr wrap="none" rtlCol="0">
            <a:spAutoFit/>
          </a:bodyPr>
          <a:lstStyle/>
          <a:p>
            <a:pPr defTabSz="457200"/>
            <a:r>
              <a:rPr lang="en-US" dirty="0">
                <a:solidFill>
                  <a:prstClr val="black"/>
                </a:solidFill>
                <a:latin typeface="Calibri"/>
              </a:rPr>
              <a:t>Use case Diagram </a:t>
            </a:r>
            <a:endParaRPr lang="en-EG" dirty="0">
              <a:solidFill>
                <a:prstClr val="black"/>
              </a:solidFill>
              <a:latin typeface="Calibri"/>
            </a:endParaRPr>
          </a:p>
        </p:txBody>
      </p:sp>
      <p:sp>
        <p:nvSpPr>
          <p:cNvPr id="10" name="TextBox 9">
            <a:extLst>
              <a:ext uri="{FF2B5EF4-FFF2-40B4-BE49-F238E27FC236}">
                <a16:creationId xmlns:a16="http://schemas.microsoft.com/office/drawing/2014/main" id="{6ECE26FE-E987-F264-3A09-FF63FBEB5DBB}"/>
              </a:ext>
            </a:extLst>
          </p:cNvPr>
          <p:cNvSpPr txBox="1"/>
          <p:nvPr/>
        </p:nvSpPr>
        <p:spPr>
          <a:xfrm>
            <a:off x="5126792" y="1585259"/>
            <a:ext cx="1938416" cy="369332"/>
          </a:xfrm>
          <a:prstGeom prst="rect">
            <a:avLst/>
          </a:prstGeom>
          <a:noFill/>
        </p:spPr>
        <p:txBody>
          <a:bodyPr wrap="none" rtlCol="0">
            <a:spAutoFit/>
          </a:bodyPr>
          <a:lstStyle/>
          <a:p>
            <a:pPr defTabSz="457200"/>
            <a:r>
              <a:rPr lang="en-US" dirty="0">
                <a:solidFill>
                  <a:prstClr val="black"/>
                </a:solidFill>
                <a:latin typeface="Calibri"/>
              </a:rPr>
              <a:t>Sequence Diagram</a:t>
            </a:r>
            <a:endParaRPr lang="en-EG" dirty="0">
              <a:solidFill>
                <a:prstClr val="black"/>
              </a:solidFill>
              <a:latin typeface="Calibri"/>
            </a:endParaRPr>
          </a:p>
        </p:txBody>
      </p:sp>
      <p:sp>
        <p:nvSpPr>
          <p:cNvPr id="11" name="TextBox 10">
            <a:extLst>
              <a:ext uri="{FF2B5EF4-FFF2-40B4-BE49-F238E27FC236}">
                <a16:creationId xmlns:a16="http://schemas.microsoft.com/office/drawing/2014/main" id="{075E676F-70A4-4CFB-0EF8-7D1EB2FD8D87}"/>
              </a:ext>
            </a:extLst>
          </p:cNvPr>
          <p:cNvSpPr txBox="1"/>
          <p:nvPr/>
        </p:nvSpPr>
        <p:spPr>
          <a:xfrm>
            <a:off x="9296124" y="1585259"/>
            <a:ext cx="1722010" cy="369332"/>
          </a:xfrm>
          <a:prstGeom prst="rect">
            <a:avLst/>
          </a:prstGeom>
          <a:noFill/>
        </p:spPr>
        <p:txBody>
          <a:bodyPr wrap="none" rtlCol="0">
            <a:spAutoFit/>
          </a:bodyPr>
          <a:lstStyle/>
          <a:p>
            <a:pPr defTabSz="457200"/>
            <a:r>
              <a:rPr lang="en-US" dirty="0">
                <a:solidFill>
                  <a:prstClr val="black"/>
                </a:solidFill>
                <a:latin typeface="Calibri"/>
              </a:rPr>
              <a:t>Activity Diagram</a:t>
            </a:r>
            <a:endParaRPr lang="en-EG" dirty="0">
              <a:solidFill>
                <a:prstClr val="black"/>
              </a:solidFill>
              <a:latin typeface="Calibri"/>
            </a:endParaRPr>
          </a:p>
        </p:txBody>
      </p:sp>
      <p:sp>
        <p:nvSpPr>
          <p:cNvPr id="3" name="Slide Number Placeholder 2">
            <a:extLst>
              <a:ext uri="{FF2B5EF4-FFF2-40B4-BE49-F238E27FC236}">
                <a16:creationId xmlns:a16="http://schemas.microsoft.com/office/drawing/2014/main" id="{C85B7E3A-8F19-0F1D-FC5E-FAAE8004638B}"/>
              </a:ext>
            </a:extLst>
          </p:cNvPr>
          <p:cNvSpPr>
            <a:spLocks noGrp="1"/>
          </p:cNvSpPr>
          <p:nvPr>
            <p:ph type="sldNum" sz="quarter" idx="12"/>
          </p:nvPr>
        </p:nvSpPr>
        <p:spPr/>
        <p:txBody>
          <a:bodyPr/>
          <a:lstStyle/>
          <a:p>
            <a:fld id="{C1FF6DA9-008F-8B48-92A6-B652298478BF}" type="slidenum">
              <a:rPr lang="en-US" smtClean="0"/>
              <a:t>8</a:t>
            </a:fld>
            <a:endParaRPr lang="en-US"/>
          </a:p>
        </p:txBody>
      </p:sp>
    </p:spTree>
    <p:extLst>
      <p:ext uri="{BB962C8B-B14F-4D97-AF65-F5344CB8AC3E}">
        <p14:creationId xmlns:p14="http://schemas.microsoft.com/office/powerpoint/2010/main" val="1972979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7F0F2E8-6044-E186-092D-8D28FC00169F}"/>
              </a:ext>
            </a:extLst>
          </p:cNvPr>
          <p:cNvSpPr>
            <a:spLocks noGrp="1"/>
          </p:cNvSpPr>
          <p:nvPr>
            <p:ph type="title"/>
          </p:nvPr>
        </p:nvSpPr>
        <p:spPr>
          <a:xfrm>
            <a:off x="841248" y="548640"/>
            <a:ext cx="3600860" cy="5431536"/>
          </a:xfrm>
        </p:spPr>
        <p:txBody>
          <a:bodyPr>
            <a:normAutofit/>
          </a:bodyPr>
          <a:lstStyle/>
          <a:p>
            <a:r>
              <a:rPr lang="en-US" sz="4600" b="1" dirty="0"/>
              <a:t>Software and Hardware Requirements</a:t>
            </a:r>
            <a:endParaRPr lang="en-EG" sz="4600" dirty="0"/>
          </a:p>
        </p:txBody>
      </p:sp>
      <p:sp>
        <p:nvSpPr>
          <p:cNvPr id="28"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98A93D1-E5EC-2901-CDD2-2BB68D069061}"/>
              </a:ext>
            </a:extLst>
          </p:cNvPr>
          <p:cNvSpPr>
            <a:spLocks noGrp="1"/>
          </p:cNvSpPr>
          <p:nvPr>
            <p:ph idx="1"/>
          </p:nvPr>
        </p:nvSpPr>
        <p:spPr>
          <a:xfrm>
            <a:off x="5126418" y="552091"/>
            <a:ext cx="6224335" cy="5431536"/>
          </a:xfrm>
        </p:spPr>
        <p:txBody>
          <a:bodyPr anchor="ctr">
            <a:normAutofit/>
          </a:bodyPr>
          <a:lstStyle/>
          <a:p>
            <a:pPr marL="0" indent="0">
              <a:lnSpc>
                <a:spcPct val="90000"/>
              </a:lnSpc>
              <a:buNone/>
            </a:pPr>
            <a:r>
              <a:rPr lang="en-US" sz="1500" b="1" dirty="0"/>
              <a:t>Software Requirements</a:t>
            </a:r>
          </a:p>
          <a:p>
            <a:pPr>
              <a:lnSpc>
                <a:spcPct val="90000"/>
              </a:lnSpc>
            </a:pPr>
            <a:r>
              <a:rPr lang="en-US" sz="1500" b="1" dirty="0"/>
              <a:t>Programming Language:</a:t>
            </a:r>
            <a:r>
              <a:rPr lang="en-US" sz="1500" dirty="0"/>
              <a:t> Python 3.10</a:t>
            </a:r>
          </a:p>
          <a:p>
            <a:pPr>
              <a:lnSpc>
                <a:spcPct val="90000"/>
              </a:lnSpc>
            </a:pPr>
            <a:r>
              <a:rPr lang="en-US" sz="1500" b="1" dirty="0"/>
              <a:t>IDE / Development Tools:</a:t>
            </a:r>
            <a:r>
              <a:rPr lang="en-US" sz="1500" dirty="0"/>
              <a:t> PyCharm Code, Google </a:t>
            </a:r>
            <a:r>
              <a:rPr lang="en-US" sz="1500" dirty="0" err="1"/>
              <a:t>Colab</a:t>
            </a:r>
            <a:r>
              <a:rPr lang="en-US" sz="1500" dirty="0"/>
              <a:t> Notebook</a:t>
            </a:r>
          </a:p>
          <a:p>
            <a:pPr>
              <a:lnSpc>
                <a:spcPct val="90000"/>
              </a:lnSpc>
            </a:pPr>
            <a:r>
              <a:rPr lang="en-US" sz="1500" b="1" dirty="0"/>
              <a:t>Web Framework:</a:t>
            </a:r>
            <a:r>
              <a:rPr lang="en-US" sz="1500" dirty="0"/>
              <a:t> </a:t>
            </a:r>
            <a:r>
              <a:rPr lang="en-US" sz="1500" dirty="0" err="1"/>
              <a:t>Streamlit</a:t>
            </a:r>
            <a:r>
              <a:rPr lang="en-US" sz="1500" dirty="0"/>
              <a:t> (for interactive web application)</a:t>
            </a:r>
          </a:p>
          <a:p>
            <a:pPr>
              <a:lnSpc>
                <a:spcPct val="90000"/>
              </a:lnSpc>
            </a:pPr>
            <a:r>
              <a:rPr lang="en-US" sz="1500" b="1" dirty="0"/>
              <a:t>Machine Learning Libraries:</a:t>
            </a:r>
            <a:r>
              <a:rPr lang="en-US" sz="1500" dirty="0"/>
              <a:t> Scikit-learn, TensorFlow / </a:t>
            </a:r>
            <a:r>
              <a:rPr lang="en-US" sz="1500" dirty="0" err="1"/>
              <a:t>Keras</a:t>
            </a:r>
            <a:endParaRPr lang="en-US" sz="1500" dirty="0"/>
          </a:p>
          <a:p>
            <a:pPr>
              <a:lnSpc>
                <a:spcPct val="90000"/>
              </a:lnSpc>
            </a:pPr>
            <a:r>
              <a:rPr lang="en-US" sz="1500" b="1" dirty="0"/>
              <a:t>Data Handling &amp; Processing:</a:t>
            </a:r>
            <a:r>
              <a:rPr lang="en-US" sz="1500" dirty="0"/>
              <a:t> Pandas, NumPy</a:t>
            </a:r>
          </a:p>
          <a:p>
            <a:pPr>
              <a:lnSpc>
                <a:spcPct val="90000"/>
              </a:lnSpc>
            </a:pPr>
            <a:r>
              <a:rPr lang="en-US" sz="1500" b="1" dirty="0"/>
              <a:t>Data Scaling &amp; Preprocessing:</a:t>
            </a:r>
            <a:r>
              <a:rPr lang="en-US" sz="1500" dirty="0"/>
              <a:t> </a:t>
            </a:r>
            <a:r>
              <a:rPr lang="en-US" sz="1500" dirty="0" err="1"/>
              <a:t>MinMaxScaler</a:t>
            </a:r>
            <a:r>
              <a:rPr lang="en-US" sz="1500" dirty="0"/>
              <a:t> (Scikit-learn)</a:t>
            </a:r>
          </a:p>
          <a:p>
            <a:pPr>
              <a:lnSpc>
                <a:spcPct val="90000"/>
              </a:lnSpc>
            </a:pPr>
            <a:r>
              <a:rPr lang="en-US" sz="1500" b="1" dirty="0"/>
              <a:t>Model Saving &amp; Loading:</a:t>
            </a:r>
            <a:r>
              <a:rPr lang="en-US" sz="1500" dirty="0"/>
              <a:t> </a:t>
            </a:r>
            <a:r>
              <a:rPr lang="en-US" sz="1500" dirty="0" err="1"/>
              <a:t>joblib</a:t>
            </a:r>
            <a:r>
              <a:rPr lang="en-US" sz="1500" dirty="0"/>
              <a:t> </a:t>
            </a:r>
          </a:p>
          <a:p>
            <a:pPr>
              <a:lnSpc>
                <a:spcPct val="90000"/>
              </a:lnSpc>
            </a:pPr>
            <a:r>
              <a:rPr lang="en-US" sz="1500" b="1" dirty="0"/>
              <a:t>Market Data Integration:</a:t>
            </a:r>
            <a:r>
              <a:rPr lang="en-US" sz="1500" dirty="0"/>
              <a:t> </a:t>
            </a:r>
            <a:r>
              <a:rPr lang="en-US" sz="1500" dirty="0" err="1"/>
              <a:t>yfinance</a:t>
            </a:r>
            <a:r>
              <a:rPr lang="en-US" sz="1500" dirty="0"/>
              <a:t> (historical market data)</a:t>
            </a:r>
          </a:p>
          <a:p>
            <a:pPr>
              <a:lnSpc>
                <a:spcPct val="90000"/>
              </a:lnSpc>
            </a:pPr>
            <a:r>
              <a:rPr lang="en-US" sz="1500" b="1" dirty="0"/>
              <a:t>Visualization:</a:t>
            </a:r>
            <a:r>
              <a:rPr lang="en-US" sz="1500" dirty="0"/>
              <a:t> Matplotlib</a:t>
            </a:r>
          </a:p>
          <a:p>
            <a:pPr>
              <a:lnSpc>
                <a:spcPct val="90000"/>
              </a:lnSpc>
            </a:pPr>
            <a:r>
              <a:rPr lang="en-US" sz="1500" b="1" dirty="0"/>
              <a:t>Testing &amp; Debugging:</a:t>
            </a:r>
            <a:r>
              <a:rPr lang="en-US" sz="1500" dirty="0"/>
              <a:t> Logging, basic validation and error handling</a:t>
            </a:r>
          </a:p>
          <a:p>
            <a:pPr marL="0" indent="0">
              <a:lnSpc>
                <a:spcPct val="90000"/>
              </a:lnSpc>
              <a:buNone/>
            </a:pPr>
            <a:endParaRPr lang="en-US" sz="1500" b="1" dirty="0"/>
          </a:p>
          <a:p>
            <a:pPr marL="0" indent="0">
              <a:lnSpc>
                <a:spcPct val="90000"/>
              </a:lnSpc>
              <a:buNone/>
            </a:pPr>
            <a:r>
              <a:rPr lang="en-US" sz="1500" b="1" dirty="0"/>
              <a:t>Hardware Requirements</a:t>
            </a:r>
          </a:p>
          <a:p>
            <a:pPr>
              <a:lnSpc>
                <a:spcPct val="90000"/>
              </a:lnSpc>
            </a:pPr>
            <a:r>
              <a:rPr lang="en-US" sz="1500" b="1" dirty="0"/>
              <a:t>RAM:</a:t>
            </a:r>
            <a:r>
              <a:rPr lang="en-US" sz="1500" dirty="0"/>
              <a:t> Minimum 8 GB (16 GB recommended for better performance)</a:t>
            </a:r>
          </a:p>
          <a:p>
            <a:pPr>
              <a:lnSpc>
                <a:spcPct val="90000"/>
              </a:lnSpc>
            </a:pPr>
            <a:r>
              <a:rPr lang="en-US" sz="1500" b="1" dirty="0"/>
              <a:t>Storage:</a:t>
            </a:r>
            <a:r>
              <a:rPr lang="en-US" sz="1500" dirty="0"/>
              <a:t> At least 500 MB free space for datasets, trained models, and logs</a:t>
            </a:r>
          </a:p>
          <a:p>
            <a:pPr>
              <a:lnSpc>
                <a:spcPct val="90000"/>
              </a:lnSpc>
            </a:pPr>
            <a:r>
              <a:rPr lang="en-US" sz="1500" b="1" dirty="0"/>
              <a:t>Internet Connection:</a:t>
            </a:r>
            <a:r>
              <a:rPr lang="en-US" sz="1500" dirty="0"/>
              <a:t> Required for fetching live and historical market data</a:t>
            </a:r>
          </a:p>
          <a:p>
            <a:pPr>
              <a:lnSpc>
                <a:spcPct val="90000"/>
              </a:lnSpc>
            </a:pPr>
            <a:r>
              <a:rPr lang="en-US" sz="1500" b="1" dirty="0"/>
              <a:t>Processor:</a:t>
            </a:r>
            <a:r>
              <a:rPr lang="en-US" sz="1500" dirty="0"/>
              <a:t> Multi-core processor (minimum Intel i5 or equivalent)</a:t>
            </a:r>
          </a:p>
          <a:p>
            <a:pPr>
              <a:lnSpc>
                <a:spcPct val="90000"/>
              </a:lnSpc>
            </a:pPr>
            <a:endParaRPr lang="en-EG" sz="1500" dirty="0"/>
          </a:p>
        </p:txBody>
      </p:sp>
      <p:sp>
        <p:nvSpPr>
          <p:cNvPr id="4" name="Slide Number Placeholder 3">
            <a:extLst>
              <a:ext uri="{FF2B5EF4-FFF2-40B4-BE49-F238E27FC236}">
                <a16:creationId xmlns:a16="http://schemas.microsoft.com/office/drawing/2014/main" id="{98C9890F-07E4-40F7-60AE-C376FBF8637D}"/>
              </a:ext>
            </a:extLst>
          </p:cNvPr>
          <p:cNvSpPr>
            <a:spLocks noGrp="1"/>
          </p:cNvSpPr>
          <p:nvPr>
            <p:ph type="sldNum" sz="quarter" idx="12"/>
          </p:nvPr>
        </p:nvSpPr>
        <p:spPr/>
        <p:txBody>
          <a:bodyPr/>
          <a:lstStyle/>
          <a:p>
            <a:fld id="{C1FF6DA9-008F-8B48-92A6-B652298478BF}" type="slidenum">
              <a:rPr lang="en-US" smtClean="0"/>
              <a:t>9</a:t>
            </a:fld>
            <a:endParaRPr lang="en-US"/>
          </a:p>
        </p:txBody>
      </p:sp>
    </p:spTree>
    <p:extLst>
      <p:ext uri="{BB962C8B-B14F-4D97-AF65-F5344CB8AC3E}">
        <p14:creationId xmlns:p14="http://schemas.microsoft.com/office/powerpoint/2010/main" val="41928250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86834" y="1153572"/>
            <a:ext cx="3200400" cy="4461163"/>
          </a:xfrm>
        </p:spPr>
        <p:txBody>
          <a:bodyPr>
            <a:normAutofit/>
          </a:bodyPr>
          <a:lstStyle/>
          <a:p>
            <a:r>
              <a:rPr lang="en-US" sz="3400">
                <a:solidFill>
                  <a:srgbClr val="FFFFFF"/>
                </a:solidFill>
              </a:rPr>
              <a:t>Implementation</a:t>
            </a:r>
          </a:p>
        </p:txBody>
      </p:sp>
      <p:sp>
        <p:nvSpPr>
          <p:cNvPr id="23" name="Arc 22">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4" name="Content Placeholder 2"/>
          <p:cNvSpPr>
            <a:spLocks noGrp="1"/>
          </p:cNvSpPr>
          <p:nvPr>
            <p:ph idx="1"/>
          </p:nvPr>
        </p:nvSpPr>
        <p:spPr>
          <a:xfrm>
            <a:off x="4447308" y="591344"/>
            <a:ext cx="6906491" cy="5585619"/>
          </a:xfrm>
        </p:spPr>
        <p:txBody>
          <a:bodyPr anchor="ctr">
            <a:normAutofit lnSpcReduction="10000"/>
          </a:bodyPr>
          <a:lstStyle/>
          <a:p>
            <a:pPr marL="0" indent="0" algn="just">
              <a:lnSpc>
                <a:spcPct val="150000"/>
              </a:lnSpc>
              <a:buNone/>
            </a:pPr>
            <a:r>
              <a:rPr lang="en-US" sz="1200" dirty="0"/>
              <a:t>The user interface is implemented using </a:t>
            </a:r>
            <a:r>
              <a:rPr lang="en-US" sz="1200" b="1" dirty="0" err="1"/>
              <a:t>Streamlit</a:t>
            </a:r>
            <a:r>
              <a:rPr lang="en-US" sz="1200" dirty="0"/>
              <a:t>, providing an interactive web-based application that follows a dark-mode theme with responsive layout and intuitive navigation via tabs. Key features include:</a:t>
            </a:r>
          </a:p>
          <a:p>
            <a:pPr algn="just">
              <a:lnSpc>
                <a:spcPct val="150000"/>
              </a:lnSpc>
            </a:pPr>
            <a:r>
              <a:rPr lang="en-US" sz="1200" b="1" dirty="0"/>
              <a:t>Splash Screen:</a:t>
            </a:r>
            <a:r>
              <a:rPr lang="en-US" sz="1200" dirty="0"/>
              <a:t> Displays the project logo at startup welcoming users before accessing the app.</a:t>
            </a:r>
          </a:p>
          <a:p>
            <a:pPr algn="just">
              <a:lnSpc>
                <a:spcPct val="150000"/>
              </a:lnSpc>
            </a:pPr>
            <a:r>
              <a:rPr lang="en-US" sz="1200" b="1" dirty="0"/>
              <a:t>Authentication:</a:t>
            </a:r>
            <a:r>
              <a:rPr lang="en-US" sz="1200" dirty="0"/>
              <a:t> Users can </a:t>
            </a:r>
            <a:r>
              <a:rPr lang="en-US" sz="1200" b="1" dirty="0"/>
              <a:t>login or register</a:t>
            </a:r>
            <a:r>
              <a:rPr lang="en-US" sz="1200" dirty="0"/>
              <a:t> via a secure interface. Credentials are stored in the </a:t>
            </a:r>
            <a:r>
              <a:rPr lang="en-US" sz="1200" b="1" dirty="0"/>
              <a:t>SQLite</a:t>
            </a:r>
            <a:r>
              <a:rPr lang="en-US" sz="1200" dirty="0"/>
              <a:t> database.</a:t>
            </a:r>
          </a:p>
          <a:p>
            <a:pPr algn="just">
              <a:lnSpc>
                <a:spcPct val="150000"/>
              </a:lnSpc>
            </a:pPr>
            <a:r>
              <a:rPr lang="en-US" sz="1200" b="1" dirty="0"/>
              <a:t>Navigation Tabs:</a:t>
            </a:r>
            <a:r>
              <a:rPr lang="en-US" sz="1200" dirty="0"/>
              <a:t> Users can switch between </a:t>
            </a:r>
            <a:r>
              <a:rPr lang="en-US" sz="1200" b="1" dirty="0"/>
              <a:t>Dashboard</a:t>
            </a:r>
            <a:r>
              <a:rPr lang="en-US" sz="1200" dirty="0"/>
              <a:t>, </a:t>
            </a:r>
            <a:r>
              <a:rPr lang="en-US" sz="1200" b="1" dirty="0"/>
              <a:t>Predictions</a:t>
            </a:r>
            <a:r>
              <a:rPr lang="en-US" sz="1200" dirty="0"/>
              <a:t>, and </a:t>
            </a:r>
            <a:r>
              <a:rPr lang="en-US" sz="1200" b="1" dirty="0"/>
              <a:t>Signals</a:t>
            </a:r>
            <a:r>
              <a:rPr lang="en-US" sz="1200" dirty="0"/>
              <a:t> pages.</a:t>
            </a:r>
          </a:p>
          <a:p>
            <a:pPr algn="just">
              <a:lnSpc>
                <a:spcPct val="150000"/>
              </a:lnSpc>
            </a:pPr>
            <a:r>
              <a:rPr lang="en-US" sz="1200" b="1" dirty="0"/>
              <a:t>Dashboard Page:</a:t>
            </a:r>
            <a:r>
              <a:rPr lang="en-US" sz="1200" dirty="0"/>
              <a:t> Displays historical stock data in a </a:t>
            </a:r>
            <a:r>
              <a:rPr lang="en-US" sz="1200" b="1" dirty="0" err="1"/>
              <a:t>Plotly</a:t>
            </a:r>
            <a:r>
              <a:rPr lang="en-US" sz="1200" b="1" dirty="0"/>
              <a:t> chart</a:t>
            </a:r>
            <a:r>
              <a:rPr lang="en-US" sz="1200" dirty="0"/>
              <a:t> and </a:t>
            </a:r>
            <a:r>
              <a:rPr lang="en-US" sz="1200" b="1" dirty="0"/>
              <a:t>tabular </a:t>
            </a:r>
            <a:r>
              <a:rPr lang="en-US" sz="1200" dirty="0"/>
              <a:t>format for the last 100 entries.</a:t>
            </a:r>
          </a:p>
          <a:p>
            <a:pPr algn="just">
              <a:lnSpc>
                <a:spcPct val="150000"/>
              </a:lnSpc>
            </a:pPr>
            <a:r>
              <a:rPr lang="en-US" sz="1200" b="1" dirty="0"/>
              <a:t>Predictions Page:</a:t>
            </a:r>
            <a:r>
              <a:rPr lang="en-US" sz="1200" dirty="0"/>
              <a:t> Users can select a </a:t>
            </a:r>
            <a:r>
              <a:rPr lang="en-US" sz="1200" b="1" dirty="0"/>
              <a:t>stock ticker</a:t>
            </a:r>
            <a:r>
              <a:rPr lang="en-US" sz="1200" dirty="0"/>
              <a:t> and forecast horizon. The </a:t>
            </a:r>
            <a:r>
              <a:rPr lang="en-US" sz="1200" b="1" dirty="0"/>
              <a:t>hybrid ML model</a:t>
            </a:r>
            <a:r>
              <a:rPr lang="en-US" sz="1200" dirty="0"/>
              <a:t> runs predictions, displaying </a:t>
            </a:r>
            <a:r>
              <a:rPr lang="en-US" sz="1200" b="1" dirty="0"/>
              <a:t>future prices</a:t>
            </a:r>
            <a:r>
              <a:rPr lang="en-US" sz="1200" dirty="0"/>
              <a:t>, signals, and metrics.</a:t>
            </a:r>
          </a:p>
          <a:p>
            <a:pPr algn="just">
              <a:lnSpc>
                <a:spcPct val="150000"/>
              </a:lnSpc>
            </a:pPr>
            <a:r>
              <a:rPr lang="en-US" sz="1200" b="1" dirty="0"/>
              <a:t>Signals Page:</a:t>
            </a:r>
            <a:r>
              <a:rPr lang="en-US" sz="1200" dirty="0"/>
              <a:t> Pending signals can be </a:t>
            </a:r>
            <a:r>
              <a:rPr lang="en-US" sz="1200" b="1" dirty="0"/>
              <a:t>approved or rejected</a:t>
            </a:r>
            <a:r>
              <a:rPr lang="en-US" sz="1200" dirty="0"/>
              <a:t> with dynamic status badges. Historical signals are also displayed. Signals have a lifecycle: PENDING → APPROVED/REJECTED</a:t>
            </a:r>
          </a:p>
          <a:p>
            <a:pPr algn="just">
              <a:lnSpc>
                <a:spcPct val="150000"/>
              </a:lnSpc>
            </a:pPr>
            <a:r>
              <a:rPr lang="en-US" sz="1200" b="1" dirty="0"/>
              <a:t>ML Pipeline:</a:t>
            </a:r>
            <a:endParaRPr lang="en-US" sz="1200" dirty="0"/>
          </a:p>
          <a:p>
            <a:pPr lvl="1" algn="just">
              <a:lnSpc>
                <a:spcPct val="150000"/>
              </a:lnSpc>
            </a:pPr>
            <a:r>
              <a:rPr lang="en-US" sz="1200" b="1" dirty="0"/>
              <a:t>LSTM Model:</a:t>
            </a:r>
            <a:r>
              <a:rPr lang="en-US" sz="1200" dirty="0"/>
              <a:t> Predicts future stock prices from historical sequences.</a:t>
            </a:r>
          </a:p>
          <a:p>
            <a:pPr lvl="1" algn="just">
              <a:lnSpc>
                <a:spcPct val="150000"/>
              </a:lnSpc>
            </a:pPr>
            <a:r>
              <a:rPr lang="en-US" sz="1200" b="1" dirty="0"/>
              <a:t>Random Forest Residuals:</a:t>
            </a:r>
            <a:r>
              <a:rPr lang="en-US" sz="1200" dirty="0"/>
              <a:t> Refines predictions to improve test performance.</a:t>
            </a:r>
          </a:p>
          <a:p>
            <a:pPr lvl="1" algn="just">
              <a:lnSpc>
                <a:spcPct val="150000"/>
              </a:lnSpc>
            </a:pPr>
            <a:r>
              <a:rPr lang="en-US" sz="1200" dirty="0"/>
              <a:t> </a:t>
            </a:r>
            <a:r>
              <a:rPr lang="en-US" sz="1200" b="1" dirty="0"/>
              <a:t>Evaluation:</a:t>
            </a:r>
            <a:r>
              <a:rPr lang="en-US" sz="1200" dirty="0"/>
              <a:t> Metrics such as </a:t>
            </a:r>
            <a:r>
              <a:rPr lang="en-US" sz="1200" b="1" dirty="0"/>
              <a:t>MAE</a:t>
            </a:r>
            <a:r>
              <a:rPr lang="en-US" sz="1200" dirty="0"/>
              <a:t>, </a:t>
            </a:r>
            <a:r>
              <a:rPr lang="en-US" sz="1200" b="1" dirty="0"/>
              <a:t>RMSE</a:t>
            </a:r>
            <a:r>
              <a:rPr lang="en-US" sz="1200" dirty="0"/>
              <a:t>, and </a:t>
            </a:r>
            <a:r>
              <a:rPr lang="en-US" sz="1200" b="1" dirty="0"/>
              <a:t>R²</a:t>
            </a:r>
            <a:r>
              <a:rPr lang="en-US" sz="1200" dirty="0"/>
              <a:t> are calculated.</a:t>
            </a:r>
          </a:p>
          <a:p>
            <a:pPr algn="just">
              <a:lnSpc>
                <a:spcPct val="150000"/>
              </a:lnSpc>
            </a:pPr>
            <a:r>
              <a:rPr lang="en-US" sz="1200" b="1" dirty="0"/>
              <a:t>Database Schema:</a:t>
            </a:r>
          </a:p>
          <a:p>
            <a:pPr lvl="1" algn="just">
              <a:lnSpc>
                <a:spcPct val="150000"/>
              </a:lnSpc>
            </a:pPr>
            <a:r>
              <a:rPr lang="en-US" sz="1200" dirty="0"/>
              <a:t>users: Stores usernames and hashed passwords for authentication.</a:t>
            </a:r>
          </a:p>
          <a:p>
            <a:pPr lvl="1" algn="just">
              <a:lnSpc>
                <a:spcPct val="150000"/>
              </a:lnSpc>
            </a:pPr>
            <a:r>
              <a:rPr lang="en-US" sz="1200" dirty="0"/>
              <a:t>signals: Stores trading signals with columns for </a:t>
            </a:r>
            <a:r>
              <a:rPr lang="en-US" sz="1200" b="1" dirty="0"/>
              <a:t>ticker</a:t>
            </a:r>
            <a:r>
              <a:rPr lang="en-US" sz="1200" dirty="0"/>
              <a:t>, </a:t>
            </a:r>
            <a:r>
              <a:rPr lang="en-US" sz="1200" b="1" dirty="0"/>
              <a:t>type</a:t>
            </a:r>
            <a:r>
              <a:rPr lang="en-US" sz="1200" dirty="0"/>
              <a:t>, </a:t>
            </a:r>
            <a:r>
              <a:rPr lang="en-US" sz="1200" b="1" dirty="0"/>
              <a:t>confidence</a:t>
            </a:r>
            <a:r>
              <a:rPr lang="en-US" sz="1200" dirty="0"/>
              <a:t>, </a:t>
            </a:r>
            <a:r>
              <a:rPr lang="en-US" sz="1200" b="1" dirty="0"/>
              <a:t>status</a:t>
            </a:r>
            <a:r>
              <a:rPr lang="en-US" sz="1200" dirty="0"/>
              <a:t>, and </a:t>
            </a:r>
            <a:r>
              <a:rPr lang="en-US" sz="1200" b="1" dirty="0" err="1"/>
              <a:t>created_at</a:t>
            </a:r>
            <a:r>
              <a:rPr lang="en-US" sz="1200" dirty="0"/>
              <a:t>.</a:t>
            </a:r>
          </a:p>
        </p:txBody>
      </p:sp>
      <p:sp>
        <p:nvSpPr>
          <p:cNvPr id="4" name="Slide Number Placeholder 3">
            <a:extLst>
              <a:ext uri="{FF2B5EF4-FFF2-40B4-BE49-F238E27FC236}">
                <a16:creationId xmlns:a16="http://schemas.microsoft.com/office/drawing/2014/main" id="{80D22280-C518-89C9-48A8-A8C93521F94A}"/>
              </a:ext>
            </a:extLst>
          </p:cNvPr>
          <p:cNvSpPr>
            <a:spLocks noGrp="1"/>
          </p:cNvSpPr>
          <p:nvPr>
            <p:ph type="sldNum" sz="quarter" idx="12"/>
          </p:nvPr>
        </p:nvSpPr>
        <p:spPr/>
        <p:txBody>
          <a:bodyPr/>
          <a:lstStyle/>
          <a:p>
            <a:fld id="{C1FF6DA9-008F-8B48-92A6-B652298478BF}" type="slidenum">
              <a:rPr lang="en-US" smtClean="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CBB2B1F0-0DD6-4744-9A46-7A344FB48E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41248" y="426720"/>
            <a:ext cx="10506456" cy="1919141"/>
          </a:xfrm>
        </p:spPr>
        <p:txBody>
          <a:bodyPr anchor="b">
            <a:normAutofit/>
          </a:bodyPr>
          <a:lstStyle/>
          <a:p>
            <a:r>
              <a:rPr lang="en-US" sz="6000" dirty="0"/>
              <a:t>Challenges</a:t>
            </a:r>
          </a:p>
        </p:txBody>
      </p:sp>
      <p:sp>
        <p:nvSpPr>
          <p:cNvPr id="36" name="Rectangle 35">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2899927"/>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7" name="Rectangle 36">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2776031"/>
            <a:ext cx="1873457"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8" name="Content Placeholder 2"/>
          <p:cNvSpPr>
            <a:spLocks noGrp="1"/>
          </p:cNvSpPr>
          <p:nvPr>
            <p:ph idx="1"/>
          </p:nvPr>
        </p:nvSpPr>
        <p:spPr>
          <a:xfrm>
            <a:off x="841248" y="3337269"/>
            <a:ext cx="10509504" cy="2905686"/>
          </a:xfrm>
        </p:spPr>
        <p:txBody>
          <a:bodyPr>
            <a:normAutofit/>
          </a:bodyPr>
          <a:lstStyle/>
          <a:p>
            <a:pPr>
              <a:lnSpc>
                <a:spcPct val="200000"/>
              </a:lnSpc>
            </a:pPr>
            <a:r>
              <a:rPr lang="en-US" sz="2200" dirty="0"/>
              <a:t>Inconsistent and missing stock market data</a:t>
            </a:r>
          </a:p>
          <a:p>
            <a:pPr>
              <a:lnSpc>
                <a:spcPct val="200000"/>
              </a:lnSpc>
            </a:pPr>
            <a:r>
              <a:rPr lang="en-US" sz="2200" dirty="0"/>
              <a:t>Prediction accuracy affected by market volatility</a:t>
            </a:r>
          </a:p>
          <a:p>
            <a:pPr>
              <a:lnSpc>
                <a:spcPct val="200000"/>
              </a:lnSpc>
            </a:pPr>
            <a:r>
              <a:rPr lang="en-US" sz="2200" dirty="0"/>
              <a:t>Integration of ML models with UI and database</a:t>
            </a:r>
          </a:p>
        </p:txBody>
      </p:sp>
      <p:sp>
        <p:nvSpPr>
          <p:cNvPr id="5" name="Slide Number Placeholder 4">
            <a:extLst>
              <a:ext uri="{FF2B5EF4-FFF2-40B4-BE49-F238E27FC236}">
                <a16:creationId xmlns:a16="http://schemas.microsoft.com/office/drawing/2014/main" id="{630CF70F-DF80-89E1-258F-4A26023874D9}"/>
              </a:ext>
            </a:extLst>
          </p:cNvPr>
          <p:cNvSpPr>
            <a:spLocks noGrp="1"/>
          </p:cNvSpPr>
          <p:nvPr>
            <p:ph type="sldNum" sz="quarter" idx="12"/>
          </p:nvPr>
        </p:nvSpPr>
        <p:spPr/>
        <p:txBody>
          <a:bodyPr/>
          <a:lstStyle/>
          <a:p>
            <a:fld id="{C1FF6DA9-008F-8B48-92A6-B652298478BF}" type="slidenum">
              <a:rPr lang="en-US" smtClean="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Calibri"/>
            </a:endParaRPr>
          </a:p>
        </p:txBody>
      </p:sp>
      <p:sp>
        <p:nvSpPr>
          <p:cNvPr id="2" name="Title 1"/>
          <p:cNvSpPr>
            <a:spLocks noGrp="1"/>
          </p:cNvSpPr>
          <p:nvPr>
            <p:ph type="title"/>
          </p:nvPr>
        </p:nvSpPr>
        <p:spPr>
          <a:xfrm>
            <a:off x="668322" y="640823"/>
            <a:ext cx="3895922" cy="5583148"/>
          </a:xfrm>
        </p:spPr>
        <p:txBody>
          <a:bodyPr anchor="ctr">
            <a:normAutofit/>
          </a:bodyPr>
          <a:lstStyle/>
          <a:p>
            <a:r>
              <a:rPr lang="en-US" sz="4700" dirty="0"/>
              <a:t>Future Work</a:t>
            </a:r>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068313" y="3465005"/>
            <a:ext cx="5410200" cy="13716"/>
          </a:xfrm>
          <a:custGeom>
            <a:avLst/>
            <a:gdLst>
              <a:gd name="connsiteX0" fmla="*/ 0 w 5410200"/>
              <a:gd name="connsiteY0" fmla="*/ 0 h 13716"/>
              <a:gd name="connsiteX1" fmla="*/ 568071 w 5410200"/>
              <a:gd name="connsiteY1" fmla="*/ 0 h 13716"/>
              <a:gd name="connsiteX2" fmla="*/ 1298448 w 5410200"/>
              <a:gd name="connsiteY2" fmla="*/ 0 h 13716"/>
              <a:gd name="connsiteX3" fmla="*/ 1920621 w 5410200"/>
              <a:gd name="connsiteY3" fmla="*/ 0 h 13716"/>
              <a:gd name="connsiteX4" fmla="*/ 2488692 w 5410200"/>
              <a:gd name="connsiteY4" fmla="*/ 0 h 13716"/>
              <a:gd name="connsiteX5" fmla="*/ 3219069 w 5410200"/>
              <a:gd name="connsiteY5" fmla="*/ 0 h 13716"/>
              <a:gd name="connsiteX6" fmla="*/ 3895344 w 5410200"/>
              <a:gd name="connsiteY6" fmla="*/ 0 h 13716"/>
              <a:gd name="connsiteX7" fmla="*/ 4571619 w 5410200"/>
              <a:gd name="connsiteY7" fmla="*/ 0 h 13716"/>
              <a:gd name="connsiteX8" fmla="*/ 5410200 w 5410200"/>
              <a:gd name="connsiteY8" fmla="*/ 0 h 13716"/>
              <a:gd name="connsiteX9" fmla="*/ 5410200 w 5410200"/>
              <a:gd name="connsiteY9" fmla="*/ 13716 h 13716"/>
              <a:gd name="connsiteX10" fmla="*/ 4842129 w 5410200"/>
              <a:gd name="connsiteY10" fmla="*/ 13716 h 13716"/>
              <a:gd name="connsiteX11" fmla="*/ 4328160 w 5410200"/>
              <a:gd name="connsiteY11" fmla="*/ 13716 h 13716"/>
              <a:gd name="connsiteX12" fmla="*/ 3597783 w 5410200"/>
              <a:gd name="connsiteY12" fmla="*/ 13716 h 13716"/>
              <a:gd name="connsiteX13" fmla="*/ 3029712 w 5410200"/>
              <a:gd name="connsiteY13" fmla="*/ 13716 h 13716"/>
              <a:gd name="connsiteX14" fmla="*/ 2299335 w 5410200"/>
              <a:gd name="connsiteY14" fmla="*/ 13716 h 13716"/>
              <a:gd name="connsiteX15" fmla="*/ 1514856 w 5410200"/>
              <a:gd name="connsiteY15" fmla="*/ 13716 h 13716"/>
              <a:gd name="connsiteX16" fmla="*/ 892683 w 5410200"/>
              <a:gd name="connsiteY16" fmla="*/ 13716 h 13716"/>
              <a:gd name="connsiteX17" fmla="*/ 0 w 5410200"/>
              <a:gd name="connsiteY17" fmla="*/ 13716 h 13716"/>
              <a:gd name="connsiteX18" fmla="*/ 0 w 5410200"/>
              <a:gd name="connsiteY18"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3716"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09587" y="2854"/>
                  <a:pt x="5409791" y="9451"/>
                  <a:pt x="5410200" y="13716"/>
                </a:cubicBezTo>
                <a:cubicBezTo>
                  <a:pt x="5139060" y="2179"/>
                  <a:pt x="5121593" y="26463"/>
                  <a:pt x="4842129" y="13716"/>
                </a:cubicBezTo>
                <a:cubicBezTo>
                  <a:pt x="4562665" y="969"/>
                  <a:pt x="4448273" y="4915"/>
                  <a:pt x="4328160" y="13716"/>
                </a:cubicBezTo>
                <a:cubicBezTo>
                  <a:pt x="4208047" y="22517"/>
                  <a:pt x="3760936" y="17995"/>
                  <a:pt x="3597783" y="13716"/>
                </a:cubicBezTo>
                <a:cubicBezTo>
                  <a:pt x="3434630" y="9437"/>
                  <a:pt x="3299718" y="28641"/>
                  <a:pt x="3029712" y="13716"/>
                </a:cubicBezTo>
                <a:cubicBezTo>
                  <a:pt x="2759706" y="-1209"/>
                  <a:pt x="2640159" y="22822"/>
                  <a:pt x="2299335" y="13716"/>
                </a:cubicBezTo>
                <a:cubicBezTo>
                  <a:pt x="1958511" y="4610"/>
                  <a:pt x="1801186" y="24413"/>
                  <a:pt x="1514856" y="13716"/>
                </a:cubicBezTo>
                <a:cubicBezTo>
                  <a:pt x="1228526" y="3019"/>
                  <a:pt x="1063509" y="-9877"/>
                  <a:pt x="892683" y="13716"/>
                </a:cubicBezTo>
                <a:cubicBezTo>
                  <a:pt x="721857" y="37309"/>
                  <a:pt x="186945" y="-25469"/>
                  <a:pt x="0" y="13716"/>
                </a:cubicBezTo>
                <a:cubicBezTo>
                  <a:pt x="-342" y="9537"/>
                  <a:pt x="-97" y="6817"/>
                  <a:pt x="0" y="0"/>
                </a:cubicBezTo>
                <a:close/>
              </a:path>
              <a:path w="5410200" h="13716"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10660" y="2787"/>
                  <a:pt x="5410166" y="9748"/>
                  <a:pt x="5410200" y="13716"/>
                </a:cubicBezTo>
                <a:cubicBezTo>
                  <a:pt x="5163327" y="36922"/>
                  <a:pt x="5008749" y="6121"/>
                  <a:pt x="4842129" y="13716"/>
                </a:cubicBezTo>
                <a:cubicBezTo>
                  <a:pt x="4675509" y="21311"/>
                  <a:pt x="4433401" y="-5187"/>
                  <a:pt x="4165854" y="13716"/>
                </a:cubicBezTo>
                <a:cubicBezTo>
                  <a:pt x="3898308" y="32619"/>
                  <a:pt x="3809032" y="-13282"/>
                  <a:pt x="3543681" y="13716"/>
                </a:cubicBezTo>
                <a:cubicBezTo>
                  <a:pt x="3278330" y="40714"/>
                  <a:pt x="3073876" y="-20489"/>
                  <a:pt x="2759202" y="13716"/>
                </a:cubicBezTo>
                <a:cubicBezTo>
                  <a:pt x="2444528" y="47921"/>
                  <a:pt x="2204144" y="-1200"/>
                  <a:pt x="1974723" y="13716"/>
                </a:cubicBezTo>
                <a:cubicBezTo>
                  <a:pt x="1745302" y="28632"/>
                  <a:pt x="1602335" y="26918"/>
                  <a:pt x="1406652" y="13716"/>
                </a:cubicBezTo>
                <a:cubicBezTo>
                  <a:pt x="1210969" y="514"/>
                  <a:pt x="923948" y="-1411"/>
                  <a:pt x="730377" y="13716"/>
                </a:cubicBezTo>
                <a:cubicBezTo>
                  <a:pt x="536806" y="28843"/>
                  <a:pt x="336496" y="-4713"/>
                  <a:pt x="0" y="13716"/>
                </a:cubicBezTo>
                <a:cubicBezTo>
                  <a:pt x="-535" y="9547"/>
                  <a:pt x="488" y="451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latin typeface="Calibri"/>
            </a:endParaRPr>
          </a:p>
        </p:txBody>
      </p:sp>
      <p:graphicFrame>
        <p:nvGraphicFramePr>
          <p:cNvPr id="5" name="Content Placeholder 2">
            <a:extLst>
              <a:ext uri="{FF2B5EF4-FFF2-40B4-BE49-F238E27FC236}">
                <a16:creationId xmlns:a16="http://schemas.microsoft.com/office/drawing/2014/main" id="{9B62FF58-5B2E-4372-9E6C-CEBF25905253}"/>
              </a:ext>
            </a:extLst>
          </p:cNvPr>
          <p:cNvGraphicFramePr>
            <a:graphicFrameLocks noGrp="1"/>
          </p:cNvGraphicFramePr>
          <p:nvPr>
            <p:ph idx="1"/>
            <p:extLst>
              <p:ext uri="{D42A27DB-BD31-4B8C-83A1-F6EECF244321}">
                <p14:modId xmlns:p14="http://schemas.microsoft.com/office/powerpoint/2010/main" val="630172671"/>
              </p:ext>
            </p:extLst>
          </p:nvPr>
        </p:nvGraphicFramePr>
        <p:xfrm>
          <a:off x="5010013" y="640823"/>
          <a:ext cx="6016378"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lide Number Placeholder 2">
            <a:extLst>
              <a:ext uri="{FF2B5EF4-FFF2-40B4-BE49-F238E27FC236}">
                <a16:creationId xmlns:a16="http://schemas.microsoft.com/office/drawing/2014/main" id="{85E19942-25AD-BA5B-F93A-300AA130CA0F}"/>
              </a:ext>
            </a:extLst>
          </p:cNvPr>
          <p:cNvSpPr>
            <a:spLocks noGrp="1"/>
          </p:cNvSpPr>
          <p:nvPr>
            <p:ph type="sldNum" sz="quarter" idx="12"/>
          </p:nvPr>
        </p:nvSpPr>
        <p:spPr/>
        <p:txBody>
          <a:bodyPr/>
          <a:lstStyle/>
          <a:p>
            <a:fld id="{C1FF6DA9-008F-8B48-92A6-B652298478BF}" type="slidenum">
              <a:rPr lang="en-US" smtClean="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49633" y="102517"/>
            <a:ext cx="11018520" cy="1434415"/>
          </a:xfrm>
        </p:spPr>
        <p:txBody>
          <a:bodyPr anchor="b">
            <a:normAutofit/>
          </a:bodyPr>
          <a:lstStyle/>
          <a:p>
            <a:r>
              <a:rPr lang="en-US" sz="5400" dirty="0"/>
              <a:t>Conclusion</a:t>
            </a:r>
          </a:p>
        </p:txBody>
      </p:sp>
      <p:sp>
        <p:nvSpPr>
          <p:cNvPr id="18"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a:extLst>
              <a:ext uri="{FF2B5EF4-FFF2-40B4-BE49-F238E27FC236}">
                <a16:creationId xmlns:a16="http://schemas.microsoft.com/office/drawing/2014/main" id="{D95CECD1-C5D9-3AA7-296F-959AA1B220DF}"/>
              </a:ext>
            </a:extLst>
          </p:cNvPr>
          <p:cNvSpPr>
            <a:spLocks noGrp="1"/>
          </p:cNvSpPr>
          <p:nvPr>
            <p:ph idx="1"/>
          </p:nvPr>
        </p:nvSpPr>
        <p:spPr>
          <a:xfrm>
            <a:off x="608076" y="1989056"/>
            <a:ext cx="11018520" cy="4161963"/>
          </a:xfrm>
        </p:spPr>
        <p:txBody>
          <a:bodyPr/>
          <a:lstStyle/>
          <a:p>
            <a:pPr marL="0" lvl="0" indent="0">
              <a:lnSpc>
                <a:spcPct val="150000"/>
              </a:lnSpc>
              <a:buNone/>
            </a:pPr>
            <a:r>
              <a:rPr lang="en-US" dirty="0"/>
              <a:t>The project successfully achieved its main objectives:</a:t>
            </a:r>
          </a:p>
          <a:p>
            <a:pPr>
              <a:lnSpc>
                <a:spcPct val="150000"/>
              </a:lnSpc>
            </a:pPr>
            <a:r>
              <a:rPr lang="en-US" dirty="0"/>
              <a:t>Automating stock data analysis</a:t>
            </a:r>
          </a:p>
          <a:p>
            <a:pPr>
              <a:lnSpc>
                <a:spcPct val="150000"/>
              </a:lnSpc>
            </a:pPr>
            <a:r>
              <a:rPr lang="en-US" dirty="0"/>
              <a:t>Generating trading signals based on predictions</a:t>
            </a:r>
          </a:p>
          <a:p>
            <a:pPr>
              <a:lnSpc>
                <a:spcPct val="150000"/>
              </a:lnSpc>
            </a:pPr>
            <a:r>
              <a:rPr lang="en-US" dirty="0"/>
              <a:t>Reducing emotional and rushed trading decisions</a:t>
            </a:r>
          </a:p>
          <a:p>
            <a:pPr>
              <a:lnSpc>
                <a:spcPct val="150000"/>
              </a:lnSpc>
            </a:pPr>
            <a:r>
              <a:rPr lang="en-US" dirty="0"/>
              <a:t>Maintaining human control over final trade actions</a:t>
            </a:r>
            <a:r>
              <a:rPr lang="en-EG" dirty="0"/>
              <a:t>.</a:t>
            </a:r>
            <a:endParaRPr lang="en-US" dirty="0"/>
          </a:p>
        </p:txBody>
      </p:sp>
      <p:sp>
        <p:nvSpPr>
          <p:cNvPr id="6" name="Slide Number Placeholder 5">
            <a:extLst>
              <a:ext uri="{FF2B5EF4-FFF2-40B4-BE49-F238E27FC236}">
                <a16:creationId xmlns:a16="http://schemas.microsoft.com/office/drawing/2014/main" id="{0328BCFD-942B-C467-7F67-75C4BE865AF5}"/>
              </a:ext>
            </a:extLst>
          </p:cNvPr>
          <p:cNvSpPr>
            <a:spLocks noGrp="1"/>
          </p:cNvSpPr>
          <p:nvPr>
            <p:ph type="sldNum" sz="quarter" idx="12"/>
          </p:nvPr>
        </p:nvSpPr>
        <p:spPr/>
        <p:txBody>
          <a:bodyPr/>
          <a:lstStyle/>
          <a:p>
            <a:fld id="{C1FF6DA9-008F-8B48-92A6-B652298478BF}" type="slidenum">
              <a:rPr lang="en-US" smtClean="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4002906-BA9A-7F92-ABF2-D7E6502DE0B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1EA3F1E-2B41-8F82-F409-5511389E4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6B7C2C89-7AAE-EE8B-1985-A9576444ED96}"/>
              </a:ext>
            </a:extLst>
          </p:cNvPr>
          <p:cNvSpPr>
            <a:spLocks noGrp="1"/>
          </p:cNvSpPr>
          <p:nvPr>
            <p:ph type="title"/>
          </p:nvPr>
        </p:nvSpPr>
        <p:spPr>
          <a:xfrm>
            <a:off x="838200" y="365125"/>
            <a:ext cx="10515600" cy="1325563"/>
          </a:xfrm>
        </p:spPr>
        <p:txBody>
          <a:bodyPr>
            <a:normAutofit/>
          </a:bodyPr>
          <a:lstStyle/>
          <a:p>
            <a:r>
              <a:rPr lang="en-US" sz="4200" dirty="0"/>
              <a:t>References</a:t>
            </a:r>
            <a:endParaRPr lang="en-EG" sz="4200" dirty="0"/>
          </a:p>
        </p:txBody>
      </p:sp>
      <p:sp>
        <p:nvSpPr>
          <p:cNvPr id="10" name="sketch line">
            <a:extLst>
              <a:ext uri="{FF2B5EF4-FFF2-40B4-BE49-F238E27FC236}">
                <a16:creationId xmlns:a16="http://schemas.microsoft.com/office/drawing/2014/main" id="{A56ACA82-9F44-C318-BE0C-8F563B6795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Content Placeholder 2">
            <a:extLst>
              <a:ext uri="{FF2B5EF4-FFF2-40B4-BE49-F238E27FC236}">
                <a16:creationId xmlns:a16="http://schemas.microsoft.com/office/drawing/2014/main" id="{1C561405-2CDD-C7E3-84D1-DA609A26369A}"/>
              </a:ext>
            </a:extLst>
          </p:cNvPr>
          <p:cNvSpPr>
            <a:spLocks noGrp="1"/>
          </p:cNvSpPr>
          <p:nvPr>
            <p:ph idx="1"/>
          </p:nvPr>
        </p:nvSpPr>
        <p:spPr>
          <a:xfrm>
            <a:off x="669036" y="1844978"/>
            <a:ext cx="10853928" cy="4629608"/>
          </a:xfrm>
        </p:spPr>
        <p:txBody>
          <a:bodyPr>
            <a:noAutofit/>
          </a:bodyPr>
          <a:lstStyle/>
          <a:p>
            <a:pPr marL="0" lvl="0" indent="0">
              <a:lnSpc>
                <a:spcPct val="120000"/>
              </a:lnSpc>
              <a:buNone/>
              <a:tabLst>
                <a:tab pos="457200" algn="l"/>
              </a:tabLst>
            </a:pPr>
            <a:r>
              <a:rPr lang="en-EG" sz="1200" dirty="0">
                <a:effectLst/>
                <a:latin typeface="Times New Roman" panose="02020603050405020304" pitchFamily="18" charset="0"/>
                <a:ea typeface="Times New Roman" panose="02020603050405020304" pitchFamily="18" charset="0"/>
              </a:rPr>
              <a:t>[1] Li, Z., Yu, H., Xu, J., Liu, J., &amp; Mo, Y., 2023. Stock Market Analysis and Prediction Using LSTM: A Case Study on Technology Stocks. </a:t>
            </a:r>
            <a:r>
              <a:rPr lang="en-EG" sz="1200" i="1" dirty="0">
                <a:effectLst/>
                <a:latin typeface="Times New Roman" panose="02020603050405020304" pitchFamily="18" charset="0"/>
                <a:ea typeface="Times New Roman" panose="02020603050405020304" pitchFamily="18" charset="0"/>
              </a:rPr>
              <a:t>Innovations in Applied Engineering and Technology</a:t>
            </a:r>
            <a:r>
              <a:rPr lang="en-EG" sz="1200" dirty="0">
                <a:effectLst/>
                <a:latin typeface="Times New Roman" panose="02020603050405020304" pitchFamily="18" charset="0"/>
                <a:ea typeface="Times New Roman" panose="02020603050405020304" pitchFamily="18" charset="0"/>
              </a:rPr>
              <a:t>, 2(1), pp.1-6. </a:t>
            </a:r>
            <a:r>
              <a:rPr lang="en-EG" sz="1200" u="sng" dirty="0">
                <a:effectLst/>
                <a:latin typeface="Times New Roman" panose="02020603050405020304" pitchFamily="18" charset="0"/>
                <a:ea typeface="Times New Roman" panose="02020603050405020304" pitchFamily="18" charset="0"/>
                <a:hlinkClick r:id="rId2"/>
              </a:rPr>
              <a:t>https://doi.org/10.62836/iaet.v2i1.162</a:t>
            </a:r>
            <a:r>
              <a:rPr lang="en-EG" sz="1200" dirty="0">
                <a:effectLst/>
                <a:latin typeface="Times New Roman" panose="02020603050405020304" pitchFamily="18" charset="0"/>
                <a:ea typeface="Times New Roman" panose="02020603050405020304" pitchFamily="18" charset="0"/>
              </a:rPr>
              <a:t>.</a:t>
            </a:r>
          </a:p>
          <a:p>
            <a:pPr marL="0" lvl="0" indent="0">
              <a:lnSpc>
                <a:spcPct val="120000"/>
              </a:lnSpc>
              <a:buNone/>
              <a:tabLst>
                <a:tab pos="457200" algn="l"/>
              </a:tabLst>
            </a:pPr>
            <a:r>
              <a:rPr lang="en-EG" sz="1200" dirty="0">
                <a:effectLst/>
                <a:latin typeface="Times New Roman" panose="02020603050405020304" pitchFamily="18" charset="0"/>
                <a:ea typeface="Times New Roman" panose="02020603050405020304" pitchFamily="18" charset="0"/>
              </a:rPr>
              <a:t>[2] Moghar, A. &amp; Hamiche, M., 2020. Stock Market Prediction Using LSTM Recurrent Neural Network. </a:t>
            </a:r>
            <a:r>
              <a:rPr lang="en-EG" sz="1200" i="1" dirty="0">
                <a:effectLst/>
                <a:latin typeface="Times New Roman" panose="02020603050405020304" pitchFamily="18" charset="0"/>
                <a:ea typeface="Times New Roman" panose="02020603050405020304" pitchFamily="18" charset="0"/>
              </a:rPr>
              <a:t>Procedia Computer Science</a:t>
            </a:r>
            <a:r>
              <a:rPr lang="en-EG" sz="1200" dirty="0">
                <a:effectLst/>
                <a:latin typeface="Times New Roman" panose="02020603050405020304" pitchFamily="18" charset="0"/>
                <a:ea typeface="Times New Roman" panose="02020603050405020304" pitchFamily="18" charset="0"/>
              </a:rPr>
              <a:t>, 176, pp.2766-2775. </a:t>
            </a:r>
            <a:r>
              <a:rPr lang="en-EG" sz="1200" u="sng" dirty="0">
                <a:effectLst/>
                <a:latin typeface="Times New Roman" panose="02020603050405020304" pitchFamily="18" charset="0"/>
                <a:ea typeface="Times New Roman" panose="02020603050405020304" pitchFamily="18" charset="0"/>
                <a:hlinkClick r:id="rId3"/>
              </a:rPr>
              <a:t>https://doi.org/10.1016/j.procs.2020.09.319</a:t>
            </a:r>
            <a:r>
              <a:rPr lang="en-EG" sz="1200" dirty="0">
                <a:effectLst/>
                <a:latin typeface="Times New Roman" panose="02020603050405020304" pitchFamily="18" charset="0"/>
                <a:ea typeface="Times New Roman" panose="02020603050405020304" pitchFamily="18" charset="0"/>
              </a:rPr>
              <a:t>.</a:t>
            </a:r>
          </a:p>
          <a:p>
            <a:pPr marL="0" lvl="0" indent="0">
              <a:lnSpc>
                <a:spcPct val="120000"/>
              </a:lnSpc>
              <a:buNone/>
              <a:tabLst>
                <a:tab pos="457200" algn="l"/>
              </a:tabLst>
            </a:pPr>
            <a:r>
              <a:rPr lang="en-EG" sz="1200" dirty="0">
                <a:effectLst/>
                <a:latin typeface="Times New Roman" panose="02020603050405020304" pitchFamily="18" charset="0"/>
                <a:ea typeface="Times New Roman" panose="02020603050405020304" pitchFamily="18" charset="0"/>
              </a:rPr>
              <a:t>[3] Mendoza, L. &amp; Zhang, M., 2019. Design of an Automated Stock Trading System Using Artificial Intelligence. </a:t>
            </a:r>
            <a:r>
              <a:rPr lang="en-EG" sz="1200" i="1" dirty="0">
                <a:effectLst/>
                <a:latin typeface="Times New Roman" panose="02020603050405020304" pitchFamily="18" charset="0"/>
                <a:ea typeface="Times New Roman" panose="02020603050405020304" pitchFamily="18" charset="0"/>
              </a:rPr>
              <a:t>International Journal of Financial Engineering</a:t>
            </a:r>
            <a:r>
              <a:rPr lang="en-EG" sz="1200" dirty="0">
                <a:effectLst/>
                <a:latin typeface="Times New Roman" panose="02020603050405020304" pitchFamily="18" charset="0"/>
                <a:ea typeface="Times New Roman" panose="02020603050405020304" pitchFamily="18" charset="0"/>
              </a:rPr>
              <a:t>, [online] Available at: </a:t>
            </a:r>
            <a:r>
              <a:rPr lang="en-EG" sz="1200" u="sng" dirty="0">
                <a:effectLst/>
                <a:latin typeface="Times New Roman" panose="02020603050405020304" pitchFamily="18" charset="0"/>
                <a:ea typeface="Times New Roman" panose="02020603050405020304" pitchFamily="18" charset="0"/>
                <a:hlinkClick r:id="rId4"/>
              </a:rPr>
              <a:t>https://www.tandfonline.com</a:t>
            </a:r>
            <a:r>
              <a:rPr lang="en-EG" sz="1200" dirty="0">
                <a:effectLst/>
                <a:latin typeface="Times New Roman" panose="02020603050405020304" pitchFamily="18" charset="0"/>
                <a:ea typeface="Times New Roman" panose="02020603050405020304" pitchFamily="18" charset="0"/>
              </a:rPr>
              <a:t> [Accessed 5 May 2025].</a:t>
            </a:r>
          </a:p>
          <a:p>
            <a:pPr marL="0" lvl="0" indent="0">
              <a:lnSpc>
                <a:spcPct val="120000"/>
              </a:lnSpc>
              <a:buNone/>
              <a:tabLst>
                <a:tab pos="457200" algn="l"/>
              </a:tabLst>
            </a:pPr>
            <a:r>
              <a:rPr lang="en-EG" sz="1200" dirty="0">
                <a:effectLst/>
                <a:latin typeface="Times New Roman" panose="02020603050405020304" pitchFamily="18" charset="0"/>
                <a:ea typeface="Times New Roman" panose="02020603050405020304" pitchFamily="18" charset="0"/>
              </a:rPr>
              <a:t>[4] Liu, J., et al., 2021. AI-Based Hybrid Stock Trading System Using Random Forest and Support Vector Machines. </a:t>
            </a:r>
            <a:r>
              <a:rPr lang="en-EG" sz="1200" i="1" dirty="0">
                <a:effectLst/>
                <a:latin typeface="Times New Roman" panose="02020603050405020304" pitchFamily="18" charset="0"/>
                <a:ea typeface="Times New Roman" panose="02020603050405020304" pitchFamily="18" charset="0"/>
              </a:rPr>
              <a:t>Financial Innovation</a:t>
            </a:r>
            <a:r>
              <a:rPr lang="en-EG" sz="1200" dirty="0">
                <a:effectLst/>
                <a:latin typeface="Times New Roman" panose="02020603050405020304" pitchFamily="18" charset="0"/>
                <a:ea typeface="Times New Roman" panose="02020603050405020304" pitchFamily="18" charset="0"/>
              </a:rPr>
              <a:t>, [online] Available at: </a:t>
            </a:r>
            <a:r>
              <a:rPr lang="en-EG" sz="1200" u="sng" dirty="0">
                <a:effectLst/>
                <a:latin typeface="Times New Roman" panose="02020603050405020304" pitchFamily="18" charset="0"/>
                <a:ea typeface="Times New Roman" panose="02020603050405020304" pitchFamily="18" charset="0"/>
                <a:hlinkClick r:id="rId5"/>
              </a:rPr>
              <a:t>https://link.springer.com/article/10.1186/s40854-021-00288-1</a:t>
            </a:r>
            <a:r>
              <a:rPr lang="en-EG" sz="1200" dirty="0">
                <a:effectLst/>
                <a:latin typeface="Times New Roman" panose="02020603050405020304" pitchFamily="18" charset="0"/>
                <a:ea typeface="Times New Roman" panose="02020603050405020304" pitchFamily="18" charset="0"/>
              </a:rPr>
              <a:t> [Accessed 5 May 2025].</a:t>
            </a:r>
          </a:p>
          <a:p>
            <a:pPr marL="0" lvl="0" indent="0">
              <a:lnSpc>
                <a:spcPct val="120000"/>
              </a:lnSpc>
              <a:buNone/>
              <a:tabLst>
                <a:tab pos="457200" algn="l"/>
              </a:tabLst>
            </a:pPr>
            <a:r>
              <a:rPr lang="en-EG" sz="1200" dirty="0">
                <a:effectLst/>
                <a:latin typeface="Times New Roman" panose="02020603050405020304" pitchFamily="18" charset="0"/>
                <a:ea typeface="Times New Roman" panose="02020603050405020304" pitchFamily="18" charset="0"/>
              </a:rPr>
              <a:t>[5] Python Official Website. (n.d.). </a:t>
            </a:r>
            <a:r>
              <a:rPr lang="en-EG" sz="1200" i="1" dirty="0">
                <a:effectLst/>
                <a:latin typeface="Times New Roman" panose="02020603050405020304" pitchFamily="18" charset="0"/>
                <a:ea typeface="Times New Roman" panose="02020603050405020304" pitchFamily="18" charset="0"/>
              </a:rPr>
              <a:t>Python.org</a:t>
            </a:r>
            <a:r>
              <a:rPr lang="en-EG" sz="1200" dirty="0">
                <a:effectLst/>
                <a:latin typeface="Times New Roman" panose="02020603050405020304" pitchFamily="18" charset="0"/>
                <a:ea typeface="Times New Roman" panose="02020603050405020304" pitchFamily="18" charset="0"/>
              </a:rPr>
              <a:t>. Available at: </a:t>
            </a:r>
            <a:r>
              <a:rPr lang="en-EG" sz="1200" u="sng" dirty="0">
                <a:effectLst/>
                <a:latin typeface="Times New Roman" panose="02020603050405020304" pitchFamily="18" charset="0"/>
                <a:ea typeface="Times New Roman" panose="02020603050405020304" pitchFamily="18" charset="0"/>
                <a:hlinkClick r:id="rId6"/>
              </a:rPr>
              <a:t>https://www.python.org/</a:t>
            </a:r>
            <a:r>
              <a:rPr lang="en-EG" sz="1200" dirty="0">
                <a:effectLst/>
                <a:latin typeface="Times New Roman" panose="02020603050405020304" pitchFamily="18" charset="0"/>
                <a:ea typeface="Times New Roman" panose="02020603050405020304" pitchFamily="18" charset="0"/>
              </a:rPr>
              <a:t> [Accessed 5 May 2025].</a:t>
            </a:r>
          </a:p>
          <a:p>
            <a:pPr marL="0" lvl="0" indent="0">
              <a:lnSpc>
                <a:spcPct val="120000"/>
              </a:lnSpc>
              <a:buNone/>
              <a:tabLst>
                <a:tab pos="457200" algn="l"/>
              </a:tabLst>
            </a:pPr>
            <a:r>
              <a:rPr lang="en-EG" sz="1200" dirty="0">
                <a:effectLst/>
                <a:latin typeface="Times New Roman" panose="02020603050405020304" pitchFamily="18" charset="0"/>
                <a:ea typeface="Times New Roman" panose="02020603050405020304" pitchFamily="18" charset="0"/>
              </a:rPr>
              <a:t>[6] Scikit-learn Machine Learning Library. (n.d.). </a:t>
            </a:r>
            <a:r>
              <a:rPr lang="en-EG" sz="1200" i="1" dirty="0">
                <a:effectLst/>
                <a:latin typeface="Times New Roman" panose="02020603050405020304" pitchFamily="18" charset="0"/>
                <a:ea typeface="Times New Roman" panose="02020603050405020304" pitchFamily="18" charset="0"/>
              </a:rPr>
              <a:t>Scikit-learn</a:t>
            </a:r>
            <a:r>
              <a:rPr lang="en-EG" sz="1200" dirty="0">
                <a:effectLst/>
                <a:latin typeface="Times New Roman" panose="02020603050405020304" pitchFamily="18" charset="0"/>
                <a:ea typeface="Times New Roman" panose="02020603050405020304" pitchFamily="18" charset="0"/>
              </a:rPr>
              <a:t>. Available at: </a:t>
            </a:r>
            <a:r>
              <a:rPr lang="en-EG" sz="1200" u="sng" dirty="0">
                <a:effectLst/>
                <a:latin typeface="Times New Roman" panose="02020603050405020304" pitchFamily="18" charset="0"/>
                <a:ea typeface="Times New Roman" panose="02020603050405020304" pitchFamily="18" charset="0"/>
                <a:hlinkClick r:id="rId7"/>
              </a:rPr>
              <a:t>https://scikit-learn.org/</a:t>
            </a:r>
            <a:r>
              <a:rPr lang="en-EG" sz="1200" dirty="0">
                <a:effectLst/>
                <a:latin typeface="Times New Roman" panose="02020603050405020304" pitchFamily="18" charset="0"/>
                <a:ea typeface="Times New Roman" panose="02020603050405020304" pitchFamily="18" charset="0"/>
              </a:rPr>
              <a:t> [Accessed 5 May 2025].</a:t>
            </a:r>
          </a:p>
          <a:p>
            <a:pPr marL="0" lvl="0" indent="0">
              <a:lnSpc>
                <a:spcPct val="120000"/>
              </a:lnSpc>
              <a:buNone/>
              <a:tabLst>
                <a:tab pos="457200" algn="l"/>
              </a:tabLst>
            </a:pPr>
            <a:r>
              <a:rPr lang="en-EG" sz="1200" dirty="0">
                <a:effectLst/>
                <a:latin typeface="Times New Roman" panose="02020603050405020304" pitchFamily="18" charset="0"/>
                <a:ea typeface="Times New Roman" panose="02020603050405020304" pitchFamily="18" charset="0"/>
              </a:rPr>
              <a:t>[7] Investopedia. (n.d.). </a:t>
            </a:r>
            <a:r>
              <a:rPr lang="en-EG" sz="1200" i="1" dirty="0">
                <a:effectLst/>
                <a:latin typeface="Times New Roman" panose="02020603050405020304" pitchFamily="18" charset="0"/>
                <a:ea typeface="Times New Roman" panose="02020603050405020304" pitchFamily="18" charset="0"/>
              </a:rPr>
              <a:t>AI in Trading</a:t>
            </a:r>
            <a:r>
              <a:rPr lang="en-EG" sz="1200" dirty="0">
                <a:effectLst/>
                <a:latin typeface="Times New Roman" panose="02020603050405020304" pitchFamily="18" charset="0"/>
                <a:ea typeface="Times New Roman" panose="02020603050405020304" pitchFamily="18" charset="0"/>
              </a:rPr>
              <a:t>. Available at: </a:t>
            </a:r>
            <a:r>
              <a:rPr lang="en-EG" sz="1200" u="sng" dirty="0">
                <a:effectLst/>
                <a:latin typeface="Times New Roman" panose="02020603050405020304" pitchFamily="18" charset="0"/>
                <a:ea typeface="Times New Roman" panose="02020603050405020304" pitchFamily="18" charset="0"/>
                <a:hlinkClick r:id="rId8"/>
              </a:rPr>
              <a:t>https://www.investopedia.com/</a:t>
            </a:r>
            <a:r>
              <a:rPr lang="en-EG" sz="1200" dirty="0">
                <a:effectLst/>
                <a:latin typeface="Times New Roman" panose="02020603050405020304" pitchFamily="18" charset="0"/>
                <a:ea typeface="Times New Roman" panose="02020603050405020304" pitchFamily="18" charset="0"/>
              </a:rPr>
              <a:t> [Accessed 5 May 2025].</a:t>
            </a:r>
          </a:p>
          <a:p>
            <a:pPr marL="0" lvl="0" indent="0">
              <a:lnSpc>
                <a:spcPct val="120000"/>
              </a:lnSpc>
              <a:buNone/>
              <a:tabLst>
                <a:tab pos="457200" algn="l"/>
              </a:tabLst>
            </a:pPr>
            <a:r>
              <a:rPr lang="en-EG" sz="1200" dirty="0">
                <a:effectLst/>
                <a:latin typeface="Times New Roman" panose="02020603050405020304" pitchFamily="18" charset="0"/>
                <a:ea typeface="Times New Roman" panose="02020603050405020304" pitchFamily="18" charset="0"/>
              </a:rPr>
              <a:t>[8] Medium. (n.d.). </a:t>
            </a:r>
            <a:r>
              <a:rPr lang="en-EG" sz="1200" i="1" dirty="0">
                <a:effectLst/>
                <a:latin typeface="Times New Roman" panose="02020603050405020304" pitchFamily="18" charset="0"/>
                <a:ea typeface="Times New Roman" panose="02020603050405020304" pitchFamily="18" charset="0"/>
              </a:rPr>
              <a:t>Articles about AI Trading (general reading)</a:t>
            </a:r>
            <a:r>
              <a:rPr lang="en-EG" sz="1200" dirty="0">
                <a:effectLst/>
                <a:latin typeface="Times New Roman" panose="02020603050405020304" pitchFamily="18" charset="0"/>
                <a:ea typeface="Times New Roman" panose="02020603050405020304" pitchFamily="18" charset="0"/>
              </a:rPr>
              <a:t>. Available at: </a:t>
            </a:r>
            <a:r>
              <a:rPr lang="en-EG" sz="1200" u="sng" dirty="0">
                <a:effectLst/>
                <a:latin typeface="Times New Roman" panose="02020603050405020304" pitchFamily="18" charset="0"/>
                <a:ea typeface="Times New Roman" panose="02020603050405020304" pitchFamily="18" charset="0"/>
                <a:hlinkClick r:id="rId9"/>
              </a:rPr>
              <a:t>https://medium.com/</a:t>
            </a:r>
            <a:r>
              <a:rPr lang="en-EG" sz="1200" dirty="0">
                <a:effectLst/>
                <a:latin typeface="Times New Roman" panose="02020603050405020304" pitchFamily="18" charset="0"/>
                <a:ea typeface="Times New Roman" panose="02020603050405020304" pitchFamily="18" charset="0"/>
              </a:rPr>
              <a:t> [Accessed 5 May 2025].</a:t>
            </a:r>
          </a:p>
          <a:p>
            <a:pPr marL="0" lvl="0" indent="0">
              <a:lnSpc>
                <a:spcPct val="120000"/>
              </a:lnSpc>
              <a:buNone/>
              <a:tabLst>
                <a:tab pos="457200" algn="l"/>
              </a:tabLst>
            </a:pPr>
            <a:r>
              <a:rPr lang="en-EG" sz="1200" dirty="0">
                <a:effectLst/>
                <a:latin typeface="Times New Roman" panose="02020603050405020304" pitchFamily="18" charset="0"/>
                <a:ea typeface="Times New Roman" panose="02020603050405020304" pitchFamily="18" charset="0"/>
              </a:rPr>
              <a:t>[9] Yahoo Finance and Kaggle. (n.d.). </a:t>
            </a:r>
            <a:r>
              <a:rPr lang="en-EG" sz="1200" i="1" dirty="0">
                <a:effectLst/>
                <a:latin typeface="Times New Roman" panose="02020603050405020304" pitchFamily="18" charset="0"/>
                <a:ea typeface="Times New Roman" panose="02020603050405020304" pitchFamily="18" charset="0"/>
              </a:rPr>
              <a:t>Example Datasets</a:t>
            </a:r>
            <a:r>
              <a:rPr lang="en-EG" sz="1200" dirty="0">
                <a:effectLst/>
                <a:latin typeface="Times New Roman" panose="02020603050405020304" pitchFamily="18" charset="0"/>
                <a:ea typeface="Times New Roman" panose="02020603050405020304" pitchFamily="18" charset="0"/>
              </a:rPr>
              <a:t>. Available at: </a:t>
            </a:r>
            <a:r>
              <a:rPr lang="en-EG" sz="1200" u="sng" dirty="0">
                <a:effectLst/>
                <a:latin typeface="Times New Roman" panose="02020603050405020304" pitchFamily="18" charset="0"/>
                <a:ea typeface="Times New Roman" panose="02020603050405020304" pitchFamily="18" charset="0"/>
                <a:hlinkClick r:id="rId10"/>
              </a:rPr>
              <a:t>https://www.yahoo.com/finance</a:t>
            </a:r>
            <a:r>
              <a:rPr lang="en-EG" sz="1200" dirty="0">
                <a:effectLst/>
                <a:latin typeface="Times New Roman" panose="02020603050405020304" pitchFamily="18" charset="0"/>
                <a:ea typeface="Times New Roman" panose="02020603050405020304" pitchFamily="18" charset="0"/>
              </a:rPr>
              <a:t> and </a:t>
            </a:r>
            <a:r>
              <a:rPr lang="en-EG" sz="1200" u="sng" dirty="0">
                <a:effectLst/>
                <a:latin typeface="Times New Roman" panose="02020603050405020304" pitchFamily="18" charset="0"/>
                <a:ea typeface="Times New Roman" panose="02020603050405020304" pitchFamily="18" charset="0"/>
                <a:hlinkClick r:id="rId11"/>
              </a:rPr>
              <a:t>https://www.kaggle.com/</a:t>
            </a:r>
            <a:r>
              <a:rPr lang="en-EG" sz="1200" dirty="0">
                <a:effectLst/>
                <a:latin typeface="Times New Roman" panose="02020603050405020304" pitchFamily="18" charset="0"/>
                <a:ea typeface="Times New Roman" panose="02020603050405020304" pitchFamily="18" charset="0"/>
              </a:rPr>
              <a:t> [Accessed 5 May 2025].</a:t>
            </a:r>
          </a:p>
          <a:p>
            <a:pPr marL="0" lvl="0" indent="0">
              <a:lnSpc>
                <a:spcPct val="120000"/>
              </a:lnSpc>
              <a:buNone/>
              <a:tabLst>
                <a:tab pos="457200" algn="l"/>
              </a:tabLst>
            </a:pPr>
            <a:r>
              <a:rPr lang="en-EG" sz="1200" dirty="0">
                <a:effectLst/>
                <a:latin typeface="Times New Roman" panose="02020603050405020304" pitchFamily="18" charset="0"/>
                <a:ea typeface="Times New Roman" panose="02020603050405020304" pitchFamily="18" charset="0"/>
              </a:rPr>
              <a:t>[10] PlantUML. (n.d.). </a:t>
            </a:r>
            <a:r>
              <a:rPr lang="en-EG" sz="1200" i="1" dirty="0">
                <a:effectLst/>
                <a:latin typeface="Times New Roman" panose="02020603050405020304" pitchFamily="18" charset="0"/>
                <a:ea typeface="Times New Roman" panose="02020603050405020304" pitchFamily="18" charset="0"/>
              </a:rPr>
              <a:t>PlantUML</a:t>
            </a:r>
            <a:r>
              <a:rPr lang="en-EG" sz="1200" dirty="0">
                <a:effectLst/>
                <a:latin typeface="Times New Roman" panose="02020603050405020304" pitchFamily="18" charset="0"/>
                <a:ea typeface="Times New Roman" panose="02020603050405020304" pitchFamily="18" charset="0"/>
              </a:rPr>
              <a:t>. Available at: </a:t>
            </a:r>
            <a:r>
              <a:rPr lang="en-EG" sz="1200" u="sng" dirty="0">
                <a:effectLst/>
                <a:latin typeface="Times New Roman" panose="02020603050405020304" pitchFamily="18" charset="0"/>
                <a:ea typeface="Times New Roman" panose="02020603050405020304" pitchFamily="18" charset="0"/>
                <a:hlinkClick r:id="rId12"/>
              </a:rPr>
              <a:t>https://plantuml.com/</a:t>
            </a:r>
            <a:r>
              <a:rPr lang="en-EG" sz="1200" dirty="0">
                <a:effectLst/>
                <a:latin typeface="Times New Roman" panose="02020603050405020304" pitchFamily="18" charset="0"/>
                <a:ea typeface="Times New Roman" panose="02020603050405020304" pitchFamily="18" charset="0"/>
              </a:rPr>
              <a:t> [Accessed 5 May 2025].</a:t>
            </a:r>
          </a:p>
          <a:p>
            <a:pPr marL="0" lvl="0" indent="0">
              <a:lnSpc>
                <a:spcPct val="120000"/>
              </a:lnSpc>
              <a:buNone/>
              <a:tabLst>
                <a:tab pos="457200" algn="l"/>
              </a:tabLst>
            </a:pPr>
            <a:r>
              <a:rPr lang="en-EG" sz="1200" dirty="0">
                <a:effectLst/>
                <a:latin typeface="Times New Roman" panose="02020603050405020304" pitchFamily="18" charset="0"/>
                <a:ea typeface="Times New Roman" panose="02020603050405020304" pitchFamily="18" charset="0"/>
              </a:rPr>
              <a:t>[11] draw.io. (n.d.). </a:t>
            </a:r>
            <a:r>
              <a:rPr lang="en-EG" sz="1200" i="1" dirty="0">
                <a:effectLst/>
                <a:latin typeface="Times New Roman" panose="02020603050405020304" pitchFamily="18" charset="0"/>
                <a:ea typeface="Times New Roman" panose="02020603050405020304" pitchFamily="18" charset="0"/>
              </a:rPr>
              <a:t>draw.io (diagrams.net)</a:t>
            </a:r>
            <a:r>
              <a:rPr lang="en-EG" sz="1200" dirty="0">
                <a:effectLst/>
                <a:latin typeface="Times New Roman" panose="02020603050405020304" pitchFamily="18" charset="0"/>
                <a:ea typeface="Times New Roman" panose="02020603050405020304" pitchFamily="18" charset="0"/>
              </a:rPr>
              <a:t>. Available at: </a:t>
            </a:r>
            <a:r>
              <a:rPr lang="en-EG" sz="1200" u="sng" dirty="0">
                <a:effectLst/>
                <a:latin typeface="Times New Roman" panose="02020603050405020304" pitchFamily="18" charset="0"/>
                <a:ea typeface="Times New Roman" panose="02020603050405020304" pitchFamily="18" charset="0"/>
                <a:hlinkClick r:id="rId13"/>
              </a:rPr>
              <a:t>https://app.diagrams.net/</a:t>
            </a:r>
            <a:r>
              <a:rPr lang="en-EG" sz="1200" dirty="0">
                <a:effectLst/>
                <a:latin typeface="Times New Roman" panose="02020603050405020304" pitchFamily="18" charset="0"/>
                <a:ea typeface="Times New Roman" panose="02020603050405020304" pitchFamily="18" charset="0"/>
              </a:rPr>
              <a:t> [Accessed 5 May 2025].</a:t>
            </a:r>
          </a:p>
        </p:txBody>
      </p:sp>
      <p:sp>
        <p:nvSpPr>
          <p:cNvPr id="4" name="Slide Number Placeholder 3">
            <a:extLst>
              <a:ext uri="{FF2B5EF4-FFF2-40B4-BE49-F238E27FC236}">
                <a16:creationId xmlns:a16="http://schemas.microsoft.com/office/drawing/2014/main" id="{426E960B-DBE0-B3CF-C53A-6F86DB7534A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946287B-3B8A-AB41-8A6B-DD15903AF9C3}" type="slidenum">
              <a:rPr kumimoji="0" lang="en-EG"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EG"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114589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9" name="Freeform: Shape 8">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63FFFC8-C746-DECD-24AA-4EC0A1F533CF}"/>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kern="1200">
                <a:solidFill>
                  <a:schemeClr val="tx1"/>
                </a:solidFill>
                <a:latin typeface="+mj-lt"/>
                <a:ea typeface="+mj-ea"/>
                <a:cs typeface="+mj-cs"/>
              </a:rPr>
              <a:t>Thank You</a:t>
            </a:r>
          </a:p>
        </p:txBody>
      </p:sp>
      <p:sp>
        <p:nvSpPr>
          <p:cNvPr id="13" name="Rectangle 12">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Slide Number Placeholder 3">
            <a:extLst>
              <a:ext uri="{FF2B5EF4-FFF2-40B4-BE49-F238E27FC236}">
                <a16:creationId xmlns:a16="http://schemas.microsoft.com/office/drawing/2014/main" id="{C67FC99A-C111-9569-0CBA-1C5254189ED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946287B-3B8A-AB41-8A6B-DD15903AF9C3}" type="slidenum">
              <a:rPr kumimoji="0" lang="en-EG"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EG"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6489050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144</TotalTime>
  <Words>1397</Words>
  <Application>Microsoft Macintosh PowerPoint</Application>
  <PresentationFormat>Widescreen</PresentationFormat>
  <Paragraphs>161</Paragraphs>
  <Slides>15</Slides>
  <Notes>1</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15</vt:i4>
      </vt:variant>
    </vt:vector>
  </HeadingPairs>
  <TitlesOfParts>
    <vt:vector size="23" baseType="lpstr">
      <vt:lpstr>Aptos</vt:lpstr>
      <vt:lpstr>Aptos Display</vt:lpstr>
      <vt:lpstr>Arial</vt:lpstr>
      <vt:lpstr>Calibri</vt:lpstr>
      <vt:lpstr>Times New Roman</vt:lpstr>
      <vt:lpstr>Office Theme</vt:lpstr>
      <vt:lpstr>1_Office Theme</vt:lpstr>
      <vt:lpstr>2_Office Theme</vt:lpstr>
      <vt:lpstr>AI Automated Trading System</vt:lpstr>
      <vt:lpstr>Problem Statement</vt:lpstr>
      <vt:lpstr>Proposed Solution</vt:lpstr>
      <vt:lpstr>Related Work vs Proposed Project Comparison</vt:lpstr>
      <vt:lpstr>System Features</vt:lpstr>
      <vt:lpstr>System Architecture</vt:lpstr>
      <vt:lpstr>Requirements</vt:lpstr>
      <vt:lpstr>Diagrams</vt:lpstr>
      <vt:lpstr>Software and Hardware Requirements</vt:lpstr>
      <vt:lpstr>Implementation</vt:lpstr>
      <vt:lpstr>Challenges</vt:lpstr>
      <vt:lpstr>Future Work</vt:lpstr>
      <vt:lpstr>Conclusion</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Ahmed Sherif Mohamed Sabry</dc:creator>
  <cp:lastModifiedBy>Ahmed Sherif Mohamed Sabry</cp:lastModifiedBy>
  <cp:revision>7</cp:revision>
  <dcterms:created xsi:type="dcterms:W3CDTF">2025-12-21T22:58:50Z</dcterms:created>
  <dcterms:modified xsi:type="dcterms:W3CDTF">2025-12-22T01:23:27Z</dcterms:modified>
</cp:coreProperties>
</file>