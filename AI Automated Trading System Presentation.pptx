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0" r:id="rId5"/>
    <p:sldId id="259" r:id="rId6"/>
    <p:sldId id="261" r:id="rId7"/>
    <p:sldId id="267" r:id="rId8"/>
    <p:sldId id="262" r:id="rId9"/>
    <p:sldId id="264" r:id="rId10"/>
    <p:sldId id="268" r:id="rId11"/>
    <p:sldId id="266" r:id="rId12"/>
  </p:sldIdLst>
  <p:sldSz cx="12192000" cy="6858000"/>
  <p:notesSz cx="6858000" cy="9144000"/>
  <p:defaultTextStyle>
    <a:defPPr>
      <a:defRPr lang="en-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138"/>
    <p:restoredTop sz="87872"/>
  </p:normalViewPr>
  <p:slideViewPr>
    <p:cSldViewPr snapToGrid="0">
      <p:cViewPr varScale="1">
        <p:scale>
          <a:sx n="105" d="100"/>
          <a:sy n="105" d="100"/>
        </p:scale>
        <p:origin x="200"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82744D-481C-4DCA-A158-2899366A1CEF}"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57187B25-24A4-41AF-97C3-4D6383E79F4D}">
      <dgm:prSet/>
      <dgm:spPr/>
      <dgm:t>
        <a:bodyPr/>
        <a:lstStyle/>
        <a:p>
          <a:r>
            <a:rPr lang="en-US" dirty="0"/>
            <a:t>Problem Statement</a:t>
          </a:r>
        </a:p>
      </dgm:t>
    </dgm:pt>
    <dgm:pt modelId="{47A8166F-C5E5-4D42-AEFD-7051D85C9142}" type="parTrans" cxnId="{39C38D55-2409-4362-A25B-3AAE54C19BDF}">
      <dgm:prSet/>
      <dgm:spPr/>
      <dgm:t>
        <a:bodyPr/>
        <a:lstStyle/>
        <a:p>
          <a:endParaRPr lang="en-US"/>
        </a:p>
      </dgm:t>
    </dgm:pt>
    <dgm:pt modelId="{73198217-582D-4BB3-8400-5C5233814062}" type="sibTrans" cxnId="{39C38D55-2409-4362-A25B-3AAE54C19BDF}">
      <dgm:prSet/>
      <dgm:spPr/>
      <dgm:t>
        <a:bodyPr/>
        <a:lstStyle/>
        <a:p>
          <a:endParaRPr lang="en-US"/>
        </a:p>
      </dgm:t>
    </dgm:pt>
    <dgm:pt modelId="{E76C68F7-947E-42CD-9C20-83DC5E4CFC45}">
      <dgm:prSet/>
      <dgm:spPr/>
      <dgm:t>
        <a:bodyPr/>
        <a:lstStyle/>
        <a:p>
          <a:r>
            <a:rPr lang="en-US" dirty="0"/>
            <a:t>Related Work and </a:t>
          </a:r>
          <a:r>
            <a:rPr lang="en-US" dirty="0">
              <a:solidFill>
                <a:schemeClr val="tx1"/>
              </a:solidFill>
              <a:effectLst/>
              <a:latin typeface="+mj-lt"/>
              <a:ea typeface="+mj-ea"/>
              <a:cs typeface="+mj-cs"/>
            </a:rPr>
            <a:t>Proposed </a:t>
          </a:r>
          <a:r>
            <a:rPr lang="en-US" dirty="0">
              <a:solidFill>
                <a:schemeClr val="tx1"/>
              </a:solidFill>
              <a:latin typeface="+mj-lt"/>
              <a:ea typeface="+mj-ea"/>
              <a:cs typeface="+mj-cs"/>
            </a:rPr>
            <a:t>Project</a:t>
          </a:r>
          <a:r>
            <a:rPr lang="en-US" dirty="0"/>
            <a:t> Comparison</a:t>
          </a:r>
        </a:p>
      </dgm:t>
    </dgm:pt>
    <dgm:pt modelId="{4EFE4C9D-0A06-4642-AD22-D7ED3E1CCAAC}" type="parTrans" cxnId="{98D173A2-FEB5-4F0C-B2CD-10103275F6C3}">
      <dgm:prSet/>
      <dgm:spPr/>
      <dgm:t>
        <a:bodyPr/>
        <a:lstStyle/>
        <a:p>
          <a:endParaRPr lang="en-US"/>
        </a:p>
      </dgm:t>
    </dgm:pt>
    <dgm:pt modelId="{CF9C578B-A8F5-4B19-8BCA-44195A84DB83}" type="sibTrans" cxnId="{98D173A2-FEB5-4F0C-B2CD-10103275F6C3}">
      <dgm:prSet/>
      <dgm:spPr/>
      <dgm:t>
        <a:bodyPr/>
        <a:lstStyle/>
        <a:p>
          <a:endParaRPr lang="en-US"/>
        </a:p>
      </dgm:t>
    </dgm:pt>
    <dgm:pt modelId="{EB4F8CEB-466F-4B99-BA44-A637499B9F4D}">
      <dgm:prSet/>
      <dgm:spPr/>
      <dgm:t>
        <a:bodyPr/>
        <a:lstStyle/>
        <a:p>
          <a:r>
            <a:rPr lang="en-US" dirty="0"/>
            <a:t>Proposed Solution</a:t>
          </a:r>
        </a:p>
      </dgm:t>
    </dgm:pt>
    <dgm:pt modelId="{3B9918D3-831E-48CE-8205-1CB0A31CB63F}" type="parTrans" cxnId="{1EE1F6F3-8CDB-4ED1-98A1-0DB49096CE59}">
      <dgm:prSet/>
      <dgm:spPr/>
      <dgm:t>
        <a:bodyPr/>
        <a:lstStyle/>
        <a:p>
          <a:endParaRPr lang="en-US"/>
        </a:p>
      </dgm:t>
    </dgm:pt>
    <dgm:pt modelId="{EF1D9145-1F46-4EAD-B6CF-9D2B01214B8A}" type="sibTrans" cxnId="{1EE1F6F3-8CDB-4ED1-98A1-0DB49096CE59}">
      <dgm:prSet/>
      <dgm:spPr/>
      <dgm:t>
        <a:bodyPr/>
        <a:lstStyle/>
        <a:p>
          <a:endParaRPr lang="en-US"/>
        </a:p>
      </dgm:t>
    </dgm:pt>
    <dgm:pt modelId="{5EB62565-E9C1-4A6D-8EB9-93149584BD99}">
      <dgm:prSet/>
      <dgm:spPr/>
      <dgm:t>
        <a:bodyPr/>
        <a:lstStyle/>
        <a:p>
          <a:r>
            <a:rPr lang="en-US" dirty="0"/>
            <a:t>Use case Diagrams </a:t>
          </a:r>
        </a:p>
      </dgm:t>
    </dgm:pt>
    <dgm:pt modelId="{05B3CAAB-D728-4824-B8BF-3A03D075F33D}" type="parTrans" cxnId="{0727D281-15B0-487F-8E27-3D6BB5E495DB}">
      <dgm:prSet/>
      <dgm:spPr/>
      <dgm:t>
        <a:bodyPr/>
        <a:lstStyle/>
        <a:p>
          <a:endParaRPr lang="en-US"/>
        </a:p>
      </dgm:t>
    </dgm:pt>
    <dgm:pt modelId="{421A9FF4-335F-4BDB-BD3D-22D72AC2419E}" type="sibTrans" cxnId="{0727D281-15B0-487F-8E27-3D6BB5E495DB}">
      <dgm:prSet/>
      <dgm:spPr/>
      <dgm:t>
        <a:bodyPr/>
        <a:lstStyle/>
        <a:p>
          <a:endParaRPr lang="en-US"/>
        </a:p>
      </dgm:t>
    </dgm:pt>
    <dgm:pt modelId="{601728AF-7BD0-4D91-9488-C1C96E513B9B}">
      <dgm:prSet/>
      <dgm:spPr/>
      <dgm:t>
        <a:bodyPr/>
        <a:lstStyle/>
        <a:p>
          <a:r>
            <a:rPr lang="en-US" dirty="0"/>
            <a:t>Activity Diagrams</a:t>
          </a:r>
        </a:p>
      </dgm:t>
    </dgm:pt>
    <dgm:pt modelId="{A487FE17-8578-4DC1-8C86-0469D74B690C}" type="parTrans" cxnId="{2BF0CD15-D97C-40D0-B557-D7DDB76F1C43}">
      <dgm:prSet/>
      <dgm:spPr/>
      <dgm:t>
        <a:bodyPr/>
        <a:lstStyle/>
        <a:p>
          <a:endParaRPr lang="en-US"/>
        </a:p>
      </dgm:t>
    </dgm:pt>
    <dgm:pt modelId="{17EC4E8D-B1DF-498C-BF09-16ABE6CA7157}" type="sibTrans" cxnId="{2BF0CD15-D97C-40D0-B557-D7DDB76F1C43}">
      <dgm:prSet/>
      <dgm:spPr/>
      <dgm:t>
        <a:bodyPr/>
        <a:lstStyle/>
        <a:p>
          <a:endParaRPr lang="en-US"/>
        </a:p>
      </dgm:t>
    </dgm:pt>
    <dgm:pt modelId="{6CE22F95-D01C-4072-8C82-CD33E99185F0}">
      <dgm:prSet/>
      <dgm:spPr/>
      <dgm:t>
        <a:bodyPr/>
        <a:lstStyle/>
        <a:p>
          <a:r>
            <a:rPr lang="en-US" dirty="0"/>
            <a:t>Time Plan "Gant Chart"</a:t>
          </a:r>
        </a:p>
      </dgm:t>
    </dgm:pt>
    <dgm:pt modelId="{0703146D-5E13-4EE8-90C9-3FFFE1282088}" type="parTrans" cxnId="{24E53B7E-4475-426D-ACFE-2E76D341171B}">
      <dgm:prSet/>
      <dgm:spPr/>
      <dgm:t>
        <a:bodyPr/>
        <a:lstStyle/>
        <a:p>
          <a:endParaRPr lang="en-US"/>
        </a:p>
      </dgm:t>
    </dgm:pt>
    <dgm:pt modelId="{EB0CDA85-EC13-412E-B76A-52FE82FF2722}" type="sibTrans" cxnId="{24E53B7E-4475-426D-ACFE-2E76D341171B}">
      <dgm:prSet/>
      <dgm:spPr/>
      <dgm:t>
        <a:bodyPr/>
        <a:lstStyle/>
        <a:p>
          <a:endParaRPr lang="en-US"/>
        </a:p>
      </dgm:t>
    </dgm:pt>
    <dgm:pt modelId="{0F32B5D0-EFE1-4892-8C35-D5A58010DA7D}">
      <dgm:prSet/>
      <dgm:spPr/>
      <dgm:t>
        <a:bodyPr/>
        <a:lstStyle/>
        <a:p>
          <a:r>
            <a:rPr lang="en-US"/>
            <a:t>References</a:t>
          </a:r>
        </a:p>
      </dgm:t>
    </dgm:pt>
    <dgm:pt modelId="{3C8307B0-718D-4D7F-B61B-1FA984497701}" type="parTrans" cxnId="{CFC51C55-5C9A-4045-94B7-8338EA292D86}">
      <dgm:prSet/>
      <dgm:spPr/>
      <dgm:t>
        <a:bodyPr/>
        <a:lstStyle/>
        <a:p>
          <a:endParaRPr lang="en-US"/>
        </a:p>
      </dgm:t>
    </dgm:pt>
    <dgm:pt modelId="{E16B2228-DC5E-409B-8912-316F3E070E60}" type="sibTrans" cxnId="{CFC51C55-5C9A-4045-94B7-8338EA292D86}">
      <dgm:prSet/>
      <dgm:spPr/>
      <dgm:t>
        <a:bodyPr/>
        <a:lstStyle/>
        <a:p>
          <a:endParaRPr lang="en-US"/>
        </a:p>
      </dgm:t>
    </dgm:pt>
    <dgm:pt modelId="{492DFA09-031B-3C46-B838-8687BA8FD175}">
      <dgm:prSet/>
      <dgm:spPr/>
      <dgm:t>
        <a:bodyPr/>
        <a:lstStyle/>
        <a:p>
          <a:r>
            <a:rPr lang="en-US">
              <a:solidFill>
                <a:schemeClr val="tx1"/>
              </a:solidFill>
              <a:latin typeface="+mj-lt"/>
              <a:ea typeface="+mj-ea"/>
              <a:cs typeface="+mj-cs"/>
            </a:rPr>
            <a:t>Sequence Diagram</a:t>
          </a:r>
          <a:endParaRPr lang="en-US" dirty="0"/>
        </a:p>
      </dgm:t>
    </dgm:pt>
    <dgm:pt modelId="{7C38A2A0-C8E1-364E-997A-974D583699D6}" type="parTrans" cxnId="{83511A4E-DFE0-294D-90EA-3F98405CC5DA}">
      <dgm:prSet/>
      <dgm:spPr/>
      <dgm:t>
        <a:bodyPr/>
        <a:lstStyle/>
        <a:p>
          <a:endParaRPr lang="en-US"/>
        </a:p>
      </dgm:t>
    </dgm:pt>
    <dgm:pt modelId="{4568C78A-8F91-6D45-BB23-36A822FA824D}" type="sibTrans" cxnId="{83511A4E-DFE0-294D-90EA-3F98405CC5DA}">
      <dgm:prSet/>
      <dgm:spPr/>
      <dgm:t>
        <a:bodyPr/>
        <a:lstStyle/>
        <a:p>
          <a:endParaRPr lang="en-US"/>
        </a:p>
      </dgm:t>
    </dgm:pt>
    <dgm:pt modelId="{7DB2C41A-8607-3C48-9E7D-5AD7F55975BC}" type="pres">
      <dgm:prSet presAssocID="{0482744D-481C-4DCA-A158-2899366A1CEF}" presName="vert0" presStyleCnt="0">
        <dgm:presLayoutVars>
          <dgm:dir/>
          <dgm:animOne val="branch"/>
          <dgm:animLvl val="lvl"/>
        </dgm:presLayoutVars>
      </dgm:prSet>
      <dgm:spPr/>
    </dgm:pt>
    <dgm:pt modelId="{2E82E6BC-DE2B-E74E-A270-D122B6D04787}" type="pres">
      <dgm:prSet presAssocID="{57187B25-24A4-41AF-97C3-4D6383E79F4D}" presName="thickLine" presStyleLbl="alignNode1" presStyleIdx="0" presStyleCnt="8"/>
      <dgm:spPr/>
    </dgm:pt>
    <dgm:pt modelId="{4E580B23-CD55-9741-B040-5333D1903BBF}" type="pres">
      <dgm:prSet presAssocID="{57187B25-24A4-41AF-97C3-4D6383E79F4D}" presName="horz1" presStyleCnt="0"/>
      <dgm:spPr/>
    </dgm:pt>
    <dgm:pt modelId="{66F112E8-9516-7B40-BF0C-72DD5DBE67C9}" type="pres">
      <dgm:prSet presAssocID="{57187B25-24A4-41AF-97C3-4D6383E79F4D}" presName="tx1" presStyleLbl="revTx" presStyleIdx="0" presStyleCnt="8"/>
      <dgm:spPr/>
    </dgm:pt>
    <dgm:pt modelId="{094BC895-BB1E-654F-8E7B-057BAB69B702}" type="pres">
      <dgm:prSet presAssocID="{57187B25-24A4-41AF-97C3-4D6383E79F4D}" presName="vert1" presStyleCnt="0"/>
      <dgm:spPr/>
    </dgm:pt>
    <dgm:pt modelId="{7284545B-E06D-E748-A0CE-3EFBF4C2E727}" type="pres">
      <dgm:prSet presAssocID="{EB4F8CEB-466F-4B99-BA44-A637499B9F4D}" presName="thickLine" presStyleLbl="alignNode1" presStyleIdx="1" presStyleCnt="8"/>
      <dgm:spPr/>
    </dgm:pt>
    <dgm:pt modelId="{CB086355-BBFE-0042-8675-92BED0AE51A8}" type="pres">
      <dgm:prSet presAssocID="{EB4F8CEB-466F-4B99-BA44-A637499B9F4D}" presName="horz1" presStyleCnt="0"/>
      <dgm:spPr/>
    </dgm:pt>
    <dgm:pt modelId="{76E7B35B-5374-4C48-9FA7-90089D159C25}" type="pres">
      <dgm:prSet presAssocID="{EB4F8CEB-466F-4B99-BA44-A637499B9F4D}" presName="tx1" presStyleLbl="revTx" presStyleIdx="1" presStyleCnt="8"/>
      <dgm:spPr/>
    </dgm:pt>
    <dgm:pt modelId="{83E7FF5E-6E73-C348-A316-F4DF59573ED6}" type="pres">
      <dgm:prSet presAssocID="{EB4F8CEB-466F-4B99-BA44-A637499B9F4D}" presName="vert1" presStyleCnt="0"/>
      <dgm:spPr/>
    </dgm:pt>
    <dgm:pt modelId="{BFACA85F-77C1-074E-99B7-98E221DFBAF5}" type="pres">
      <dgm:prSet presAssocID="{E76C68F7-947E-42CD-9C20-83DC5E4CFC45}" presName="thickLine" presStyleLbl="alignNode1" presStyleIdx="2" presStyleCnt="8"/>
      <dgm:spPr/>
    </dgm:pt>
    <dgm:pt modelId="{5529A481-47DD-7C4F-93EB-428DE5A4F469}" type="pres">
      <dgm:prSet presAssocID="{E76C68F7-947E-42CD-9C20-83DC5E4CFC45}" presName="horz1" presStyleCnt="0"/>
      <dgm:spPr/>
    </dgm:pt>
    <dgm:pt modelId="{8A2870C6-E137-894B-9439-96BBF48E5170}" type="pres">
      <dgm:prSet presAssocID="{E76C68F7-947E-42CD-9C20-83DC5E4CFC45}" presName="tx1" presStyleLbl="revTx" presStyleIdx="2" presStyleCnt="8"/>
      <dgm:spPr/>
    </dgm:pt>
    <dgm:pt modelId="{8954ADB1-EA35-7B48-A29C-B3F6D490CB21}" type="pres">
      <dgm:prSet presAssocID="{E76C68F7-947E-42CD-9C20-83DC5E4CFC45}" presName="vert1" presStyleCnt="0"/>
      <dgm:spPr/>
    </dgm:pt>
    <dgm:pt modelId="{7BA72270-6F9C-1446-8681-875B473857C5}" type="pres">
      <dgm:prSet presAssocID="{5EB62565-E9C1-4A6D-8EB9-93149584BD99}" presName="thickLine" presStyleLbl="alignNode1" presStyleIdx="3" presStyleCnt="8"/>
      <dgm:spPr/>
    </dgm:pt>
    <dgm:pt modelId="{D5D53883-E00D-634E-9141-E74725398A2F}" type="pres">
      <dgm:prSet presAssocID="{5EB62565-E9C1-4A6D-8EB9-93149584BD99}" presName="horz1" presStyleCnt="0"/>
      <dgm:spPr/>
    </dgm:pt>
    <dgm:pt modelId="{2D54D91F-AA96-1E42-945B-89380A228404}" type="pres">
      <dgm:prSet presAssocID="{5EB62565-E9C1-4A6D-8EB9-93149584BD99}" presName="tx1" presStyleLbl="revTx" presStyleIdx="3" presStyleCnt="8"/>
      <dgm:spPr/>
    </dgm:pt>
    <dgm:pt modelId="{CDAFC342-202D-0B43-B332-FC86A50B039C}" type="pres">
      <dgm:prSet presAssocID="{5EB62565-E9C1-4A6D-8EB9-93149584BD99}" presName="vert1" presStyleCnt="0"/>
      <dgm:spPr/>
    </dgm:pt>
    <dgm:pt modelId="{DC4D230B-6AA6-954E-8D78-D177CBAEAF92}" type="pres">
      <dgm:prSet presAssocID="{492DFA09-031B-3C46-B838-8687BA8FD175}" presName="thickLine" presStyleLbl="alignNode1" presStyleIdx="4" presStyleCnt="8"/>
      <dgm:spPr/>
    </dgm:pt>
    <dgm:pt modelId="{7D6003A7-22D5-3241-A28C-8177FCD5F021}" type="pres">
      <dgm:prSet presAssocID="{492DFA09-031B-3C46-B838-8687BA8FD175}" presName="horz1" presStyleCnt="0"/>
      <dgm:spPr/>
    </dgm:pt>
    <dgm:pt modelId="{F13D30B9-D6DB-5A46-8AD4-6949EC09CBA3}" type="pres">
      <dgm:prSet presAssocID="{492DFA09-031B-3C46-B838-8687BA8FD175}" presName="tx1" presStyleLbl="revTx" presStyleIdx="4" presStyleCnt="8"/>
      <dgm:spPr/>
    </dgm:pt>
    <dgm:pt modelId="{C3A50286-B3B4-8446-AC68-B4A3396B23D6}" type="pres">
      <dgm:prSet presAssocID="{492DFA09-031B-3C46-B838-8687BA8FD175}" presName="vert1" presStyleCnt="0"/>
      <dgm:spPr/>
    </dgm:pt>
    <dgm:pt modelId="{7F9B315B-2239-674D-9764-3276D0F10D2C}" type="pres">
      <dgm:prSet presAssocID="{601728AF-7BD0-4D91-9488-C1C96E513B9B}" presName="thickLine" presStyleLbl="alignNode1" presStyleIdx="5" presStyleCnt="8"/>
      <dgm:spPr/>
    </dgm:pt>
    <dgm:pt modelId="{D6D7B9B2-9832-5F4F-99A4-4812C666D721}" type="pres">
      <dgm:prSet presAssocID="{601728AF-7BD0-4D91-9488-C1C96E513B9B}" presName="horz1" presStyleCnt="0"/>
      <dgm:spPr/>
    </dgm:pt>
    <dgm:pt modelId="{1C7942E4-1190-864B-B801-AEDDDE50CCB5}" type="pres">
      <dgm:prSet presAssocID="{601728AF-7BD0-4D91-9488-C1C96E513B9B}" presName="tx1" presStyleLbl="revTx" presStyleIdx="5" presStyleCnt="8"/>
      <dgm:spPr/>
    </dgm:pt>
    <dgm:pt modelId="{401C959E-5644-9D44-AF3F-CA619AFB9BFF}" type="pres">
      <dgm:prSet presAssocID="{601728AF-7BD0-4D91-9488-C1C96E513B9B}" presName="vert1" presStyleCnt="0"/>
      <dgm:spPr/>
    </dgm:pt>
    <dgm:pt modelId="{AB4E9354-35A9-BF48-A499-959D489AF562}" type="pres">
      <dgm:prSet presAssocID="{6CE22F95-D01C-4072-8C82-CD33E99185F0}" presName="thickLine" presStyleLbl="alignNode1" presStyleIdx="6" presStyleCnt="8"/>
      <dgm:spPr/>
    </dgm:pt>
    <dgm:pt modelId="{E1E8B981-FDB1-7A46-99A9-79D545AE6057}" type="pres">
      <dgm:prSet presAssocID="{6CE22F95-D01C-4072-8C82-CD33E99185F0}" presName="horz1" presStyleCnt="0"/>
      <dgm:spPr/>
    </dgm:pt>
    <dgm:pt modelId="{F54606CF-B912-C449-A1B5-4B3644986307}" type="pres">
      <dgm:prSet presAssocID="{6CE22F95-D01C-4072-8C82-CD33E99185F0}" presName="tx1" presStyleLbl="revTx" presStyleIdx="6" presStyleCnt="8"/>
      <dgm:spPr/>
    </dgm:pt>
    <dgm:pt modelId="{F214B6EA-5A02-5D42-BFAB-529C0FD6A6B5}" type="pres">
      <dgm:prSet presAssocID="{6CE22F95-D01C-4072-8C82-CD33E99185F0}" presName="vert1" presStyleCnt="0"/>
      <dgm:spPr/>
    </dgm:pt>
    <dgm:pt modelId="{4B63394A-9FDB-E544-95DE-C8EF5C605E49}" type="pres">
      <dgm:prSet presAssocID="{0F32B5D0-EFE1-4892-8C35-D5A58010DA7D}" presName="thickLine" presStyleLbl="alignNode1" presStyleIdx="7" presStyleCnt="8"/>
      <dgm:spPr/>
    </dgm:pt>
    <dgm:pt modelId="{FBE51596-F6EF-E14F-AFAF-10FF3B7E3A6F}" type="pres">
      <dgm:prSet presAssocID="{0F32B5D0-EFE1-4892-8C35-D5A58010DA7D}" presName="horz1" presStyleCnt="0"/>
      <dgm:spPr/>
    </dgm:pt>
    <dgm:pt modelId="{85327178-DAE7-ED45-B87F-5238B9E7AF1C}" type="pres">
      <dgm:prSet presAssocID="{0F32B5D0-EFE1-4892-8C35-D5A58010DA7D}" presName="tx1" presStyleLbl="revTx" presStyleIdx="7" presStyleCnt="8"/>
      <dgm:spPr/>
    </dgm:pt>
    <dgm:pt modelId="{9BCDAF83-E349-D947-BDF0-F8500C9446CA}" type="pres">
      <dgm:prSet presAssocID="{0F32B5D0-EFE1-4892-8C35-D5A58010DA7D}" presName="vert1" presStyleCnt="0"/>
      <dgm:spPr/>
    </dgm:pt>
  </dgm:ptLst>
  <dgm:cxnLst>
    <dgm:cxn modelId="{2BF0CD15-D97C-40D0-B557-D7DDB76F1C43}" srcId="{0482744D-481C-4DCA-A158-2899366A1CEF}" destId="{601728AF-7BD0-4D91-9488-C1C96E513B9B}" srcOrd="5" destOrd="0" parTransId="{A487FE17-8578-4DC1-8C86-0469D74B690C}" sibTransId="{17EC4E8D-B1DF-498C-BF09-16ABE6CA7157}"/>
    <dgm:cxn modelId="{2D726134-D524-A64A-8524-9A91E54B0932}" type="presOf" srcId="{E76C68F7-947E-42CD-9C20-83DC5E4CFC45}" destId="{8A2870C6-E137-894B-9439-96BBF48E5170}" srcOrd="0" destOrd="0" presId="urn:microsoft.com/office/officeart/2008/layout/LinedList"/>
    <dgm:cxn modelId="{DB9CBD49-7286-3549-B9E4-2AFF5B1225AB}" type="presOf" srcId="{5EB62565-E9C1-4A6D-8EB9-93149584BD99}" destId="{2D54D91F-AA96-1E42-945B-89380A228404}" srcOrd="0" destOrd="0" presId="urn:microsoft.com/office/officeart/2008/layout/LinedList"/>
    <dgm:cxn modelId="{83511A4E-DFE0-294D-90EA-3F98405CC5DA}" srcId="{0482744D-481C-4DCA-A158-2899366A1CEF}" destId="{492DFA09-031B-3C46-B838-8687BA8FD175}" srcOrd="4" destOrd="0" parTransId="{7C38A2A0-C8E1-364E-997A-974D583699D6}" sibTransId="{4568C78A-8F91-6D45-BB23-36A822FA824D}"/>
    <dgm:cxn modelId="{CFC51C55-5C9A-4045-94B7-8338EA292D86}" srcId="{0482744D-481C-4DCA-A158-2899366A1CEF}" destId="{0F32B5D0-EFE1-4892-8C35-D5A58010DA7D}" srcOrd="7" destOrd="0" parTransId="{3C8307B0-718D-4D7F-B61B-1FA984497701}" sibTransId="{E16B2228-DC5E-409B-8912-316F3E070E60}"/>
    <dgm:cxn modelId="{39C38D55-2409-4362-A25B-3AAE54C19BDF}" srcId="{0482744D-481C-4DCA-A158-2899366A1CEF}" destId="{57187B25-24A4-41AF-97C3-4D6383E79F4D}" srcOrd="0" destOrd="0" parTransId="{47A8166F-C5E5-4D42-AEFD-7051D85C9142}" sibTransId="{73198217-582D-4BB3-8400-5C5233814062}"/>
    <dgm:cxn modelId="{94D08956-3DA2-084F-8985-427D4619D3BD}" type="presOf" srcId="{601728AF-7BD0-4D91-9488-C1C96E513B9B}" destId="{1C7942E4-1190-864B-B801-AEDDDE50CCB5}" srcOrd="0" destOrd="0" presId="urn:microsoft.com/office/officeart/2008/layout/LinedList"/>
    <dgm:cxn modelId="{494D1E5D-130A-354D-91A2-C0B18D850887}" type="presOf" srcId="{492DFA09-031B-3C46-B838-8687BA8FD175}" destId="{F13D30B9-D6DB-5A46-8AD4-6949EC09CBA3}" srcOrd="0" destOrd="0" presId="urn:microsoft.com/office/officeart/2008/layout/LinedList"/>
    <dgm:cxn modelId="{4208216C-56D1-3642-BE4E-93B8BF8F47D1}" type="presOf" srcId="{57187B25-24A4-41AF-97C3-4D6383E79F4D}" destId="{66F112E8-9516-7B40-BF0C-72DD5DBE67C9}" srcOrd="0" destOrd="0" presId="urn:microsoft.com/office/officeart/2008/layout/LinedList"/>
    <dgm:cxn modelId="{1F63DB79-9D4C-E742-9369-375DCF48DE13}" type="presOf" srcId="{0F32B5D0-EFE1-4892-8C35-D5A58010DA7D}" destId="{85327178-DAE7-ED45-B87F-5238B9E7AF1C}" srcOrd="0" destOrd="0" presId="urn:microsoft.com/office/officeart/2008/layout/LinedList"/>
    <dgm:cxn modelId="{24E53B7E-4475-426D-ACFE-2E76D341171B}" srcId="{0482744D-481C-4DCA-A158-2899366A1CEF}" destId="{6CE22F95-D01C-4072-8C82-CD33E99185F0}" srcOrd="6" destOrd="0" parTransId="{0703146D-5E13-4EE8-90C9-3FFFE1282088}" sibTransId="{EB0CDA85-EC13-412E-B76A-52FE82FF2722}"/>
    <dgm:cxn modelId="{0727D281-15B0-487F-8E27-3D6BB5E495DB}" srcId="{0482744D-481C-4DCA-A158-2899366A1CEF}" destId="{5EB62565-E9C1-4A6D-8EB9-93149584BD99}" srcOrd="3" destOrd="0" parTransId="{05B3CAAB-D728-4824-B8BF-3A03D075F33D}" sibTransId="{421A9FF4-335F-4BDB-BD3D-22D72AC2419E}"/>
    <dgm:cxn modelId="{9E2FFB8C-C803-5B4F-9556-FD3F4E21DF09}" type="presOf" srcId="{6CE22F95-D01C-4072-8C82-CD33E99185F0}" destId="{F54606CF-B912-C449-A1B5-4B3644986307}" srcOrd="0" destOrd="0" presId="urn:microsoft.com/office/officeart/2008/layout/LinedList"/>
    <dgm:cxn modelId="{98D173A2-FEB5-4F0C-B2CD-10103275F6C3}" srcId="{0482744D-481C-4DCA-A158-2899366A1CEF}" destId="{E76C68F7-947E-42CD-9C20-83DC5E4CFC45}" srcOrd="2" destOrd="0" parTransId="{4EFE4C9D-0A06-4642-AD22-D7ED3E1CCAAC}" sibTransId="{CF9C578B-A8F5-4B19-8BCA-44195A84DB83}"/>
    <dgm:cxn modelId="{9CAF12A7-7735-464C-B39C-0E24B68D2788}" type="presOf" srcId="{0482744D-481C-4DCA-A158-2899366A1CEF}" destId="{7DB2C41A-8607-3C48-9E7D-5AD7F55975BC}" srcOrd="0" destOrd="0" presId="urn:microsoft.com/office/officeart/2008/layout/LinedList"/>
    <dgm:cxn modelId="{546C69EA-FB7F-054D-B870-26355E610448}" type="presOf" srcId="{EB4F8CEB-466F-4B99-BA44-A637499B9F4D}" destId="{76E7B35B-5374-4C48-9FA7-90089D159C25}" srcOrd="0" destOrd="0" presId="urn:microsoft.com/office/officeart/2008/layout/LinedList"/>
    <dgm:cxn modelId="{1EE1F6F3-8CDB-4ED1-98A1-0DB49096CE59}" srcId="{0482744D-481C-4DCA-A158-2899366A1CEF}" destId="{EB4F8CEB-466F-4B99-BA44-A637499B9F4D}" srcOrd="1" destOrd="0" parTransId="{3B9918D3-831E-48CE-8205-1CB0A31CB63F}" sibTransId="{EF1D9145-1F46-4EAD-B6CF-9D2B01214B8A}"/>
    <dgm:cxn modelId="{EDBFC46F-EF04-FD47-8DC4-8BD89E2E4177}" type="presParOf" srcId="{7DB2C41A-8607-3C48-9E7D-5AD7F55975BC}" destId="{2E82E6BC-DE2B-E74E-A270-D122B6D04787}" srcOrd="0" destOrd="0" presId="urn:microsoft.com/office/officeart/2008/layout/LinedList"/>
    <dgm:cxn modelId="{72A91FB9-8EB1-2446-AAF0-8309C337969A}" type="presParOf" srcId="{7DB2C41A-8607-3C48-9E7D-5AD7F55975BC}" destId="{4E580B23-CD55-9741-B040-5333D1903BBF}" srcOrd="1" destOrd="0" presId="urn:microsoft.com/office/officeart/2008/layout/LinedList"/>
    <dgm:cxn modelId="{0B884B2C-E851-224B-BCB1-43DDE55C5EE2}" type="presParOf" srcId="{4E580B23-CD55-9741-B040-5333D1903BBF}" destId="{66F112E8-9516-7B40-BF0C-72DD5DBE67C9}" srcOrd="0" destOrd="0" presId="urn:microsoft.com/office/officeart/2008/layout/LinedList"/>
    <dgm:cxn modelId="{27B1E541-A31C-7E40-93CE-F93EC0FB12EF}" type="presParOf" srcId="{4E580B23-CD55-9741-B040-5333D1903BBF}" destId="{094BC895-BB1E-654F-8E7B-057BAB69B702}" srcOrd="1" destOrd="0" presId="urn:microsoft.com/office/officeart/2008/layout/LinedList"/>
    <dgm:cxn modelId="{DB068304-402A-4D41-9DDD-2592D093E4E4}" type="presParOf" srcId="{7DB2C41A-8607-3C48-9E7D-5AD7F55975BC}" destId="{7284545B-E06D-E748-A0CE-3EFBF4C2E727}" srcOrd="2" destOrd="0" presId="urn:microsoft.com/office/officeart/2008/layout/LinedList"/>
    <dgm:cxn modelId="{B5BF59F6-9910-4343-A4D1-A8B002E2DDA4}" type="presParOf" srcId="{7DB2C41A-8607-3C48-9E7D-5AD7F55975BC}" destId="{CB086355-BBFE-0042-8675-92BED0AE51A8}" srcOrd="3" destOrd="0" presId="urn:microsoft.com/office/officeart/2008/layout/LinedList"/>
    <dgm:cxn modelId="{D17D2FDF-1DD1-0A4F-95BD-AC98F12EEC80}" type="presParOf" srcId="{CB086355-BBFE-0042-8675-92BED0AE51A8}" destId="{76E7B35B-5374-4C48-9FA7-90089D159C25}" srcOrd="0" destOrd="0" presId="urn:microsoft.com/office/officeart/2008/layout/LinedList"/>
    <dgm:cxn modelId="{1E587DB2-DD52-854E-9A81-1AA30C3A95FD}" type="presParOf" srcId="{CB086355-BBFE-0042-8675-92BED0AE51A8}" destId="{83E7FF5E-6E73-C348-A316-F4DF59573ED6}" srcOrd="1" destOrd="0" presId="urn:microsoft.com/office/officeart/2008/layout/LinedList"/>
    <dgm:cxn modelId="{B594BD7C-C7B1-AD46-8142-40E3062E86AB}" type="presParOf" srcId="{7DB2C41A-8607-3C48-9E7D-5AD7F55975BC}" destId="{BFACA85F-77C1-074E-99B7-98E221DFBAF5}" srcOrd="4" destOrd="0" presId="urn:microsoft.com/office/officeart/2008/layout/LinedList"/>
    <dgm:cxn modelId="{278D8D9D-B7FA-E846-8FD0-DF34797202E0}" type="presParOf" srcId="{7DB2C41A-8607-3C48-9E7D-5AD7F55975BC}" destId="{5529A481-47DD-7C4F-93EB-428DE5A4F469}" srcOrd="5" destOrd="0" presId="urn:microsoft.com/office/officeart/2008/layout/LinedList"/>
    <dgm:cxn modelId="{CE023593-023A-A840-AFF6-6E0B38E6805E}" type="presParOf" srcId="{5529A481-47DD-7C4F-93EB-428DE5A4F469}" destId="{8A2870C6-E137-894B-9439-96BBF48E5170}" srcOrd="0" destOrd="0" presId="urn:microsoft.com/office/officeart/2008/layout/LinedList"/>
    <dgm:cxn modelId="{D703FA60-E735-9944-AB1F-DE94CE16358A}" type="presParOf" srcId="{5529A481-47DD-7C4F-93EB-428DE5A4F469}" destId="{8954ADB1-EA35-7B48-A29C-B3F6D490CB21}" srcOrd="1" destOrd="0" presId="urn:microsoft.com/office/officeart/2008/layout/LinedList"/>
    <dgm:cxn modelId="{F2A4D93E-8C09-674C-94DC-7C48DA1918AF}" type="presParOf" srcId="{7DB2C41A-8607-3C48-9E7D-5AD7F55975BC}" destId="{7BA72270-6F9C-1446-8681-875B473857C5}" srcOrd="6" destOrd="0" presId="urn:microsoft.com/office/officeart/2008/layout/LinedList"/>
    <dgm:cxn modelId="{CB727397-9C99-C146-B8CB-81D049EF15E6}" type="presParOf" srcId="{7DB2C41A-8607-3C48-9E7D-5AD7F55975BC}" destId="{D5D53883-E00D-634E-9141-E74725398A2F}" srcOrd="7" destOrd="0" presId="urn:microsoft.com/office/officeart/2008/layout/LinedList"/>
    <dgm:cxn modelId="{F1F4442F-A225-9945-8CFC-990C399CBE78}" type="presParOf" srcId="{D5D53883-E00D-634E-9141-E74725398A2F}" destId="{2D54D91F-AA96-1E42-945B-89380A228404}" srcOrd="0" destOrd="0" presId="urn:microsoft.com/office/officeart/2008/layout/LinedList"/>
    <dgm:cxn modelId="{3F0CF991-A3C7-BC48-AD9D-A1806DC5AFF4}" type="presParOf" srcId="{D5D53883-E00D-634E-9141-E74725398A2F}" destId="{CDAFC342-202D-0B43-B332-FC86A50B039C}" srcOrd="1" destOrd="0" presId="urn:microsoft.com/office/officeart/2008/layout/LinedList"/>
    <dgm:cxn modelId="{923CA1A4-C107-8B45-A447-B974C32EC6CD}" type="presParOf" srcId="{7DB2C41A-8607-3C48-9E7D-5AD7F55975BC}" destId="{DC4D230B-6AA6-954E-8D78-D177CBAEAF92}" srcOrd="8" destOrd="0" presId="urn:microsoft.com/office/officeart/2008/layout/LinedList"/>
    <dgm:cxn modelId="{F4538180-6BAE-624B-A5A8-8ED1A6C71877}" type="presParOf" srcId="{7DB2C41A-8607-3C48-9E7D-5AD7F55975BC}" destId="{7D6003A7-22D5-3241-A28C-8177FCD5F021}" srcOrd="9" destOrd="0" presId="urn:microsoft.com/office/officeart/2008/layout/LinedList"/>
    <dgm:cxn modelId="{23F9F6CF-52BE-8149-826F-0CE7A02BDCEB}" type="presParOf" srcId="{7D6003A7-22D5-3241-A28C-8177FCD5F021}" destId="{F13D30B9-D6DB-5A46-8AD4-6949EC09CBA3}" srcOrd="0" destOrd="0" presId="urn:microsoft.com/office/officeart/2008/layout/LinedList"/>
    <dgm:cxn modelId="{D73259D2-B61D-3F44-96A7-B7E4BF3CFFF8}" type="presParOf" srcId="{7D6003A7-22D5-3241-A28C-8177FCD5F021}" destId="{C3A50286-B3B4-8446-AC68-B4A3396B23D6}" srcOrd="1" destOrd="0" presId="urn:microsoft.com/office/officeart/2008/layout/LinedList"/>
    <dgm:cxn modelId="{DE53FFBE-C7B0-D943-90FC-1FB9A3AE6AED}" type="presParOf" srcId="{7DB2C41A-8607-3C48-9E7D-5AD7F55975BC}" destId="{7F9B315B-2239-674D-9764-3276D0F10D2C}" srcOrd="10" destOrd="0" presId="urn:microsoft.com/office/officeart/2008/layout/LinedList"/>
    <dgm:cxn modelId="{3632C85F-E995-0A46-9560-C47E33DB844B}" type="presParOf" srcId="{7DB2C41A-8607-3C48-9E7D-5AD7F55975BC}" destId="{D6D7B9B2-9832-5F4F-99A4-4812C666D721}" srcOrd="11" destOrd="0" presId="urn:microsoft.com/office/officeart/2008/layout/LinedList"/>
    <dgm:cxn modelId="{023AA7D8-FFF0-B745-BD6C-9B188E59A049}" type="presParOf" srcId="{D6D7B9B2-9832-5F4F-99A4-4812C666D721}" destId="{1C7942E4-1190-864B-B801-AEDDDE50CCB5}" srcOrd="0" destOrd="0" presId="urn:microsoft.com/office/officeart/2008/layout/LinedList"/>
    <dgm:cxn modelId="{E00741A5-D35D-B24C-8AF5-84C9FE5301C7}" type="presParOf" srcId="{D6D7B9B2-9832-5F4F-99A4-4812C666D721}" destId="{401C959E-5644-9D44-AF3F-CA619AFB9BFF}" srcOrd="1" destOrd="0" presId="urn:microsoft.com/office/officeart/2008/layout/LinedList"/>
    <dgm:cxn modelId="{E98E4C14-B7F1-2142-A184-60C26A9F1718}" type="presParOf" srcId="{7DB2C41A-8607-3C48-9E7D-5AD7F55975BC}" destId="{AB4E9354-35A9-BF48-A499-959D489AF562}" srcOrd="12" destOrd="0" presId="urn:microsoft.com/office/officeart/2008/layout/LinedList"/>
    <dgm:cxn modelId="{CB7258D9-60B9-E640-A156-2BE902D65BD5}" type="presParOf" srcId="{7DB2C41A-8607-3C48-9E7D-5AD7F55975BC}" destId="{E1E8B981-FDB1-7A46-99A9-79D545AE6057}" srcOrd="13" destOrd="0" presId="urn:microsoft.com/office/officeart/2008/layout/LinedList"/>
    <dgm:cxn modelId="{D1A4AB68-729F-3B46-98EC-2073C14D90DD}" type="presParOf" srcId="{E1E8B981-FDB1-7A46-99A9-79D545AE6057}" destId="{F54606CF-B912-C449-A1B5-4B3644986307}" srcOrd="0" destOrd="0" presId="urn:microsoft.com/office/officeart/2008/layout/LinedList"/>
    <dgm:cxn modelId="{27FB310D-EC4B-B94F-82A1-C56628526B79}" type="presParOf" srcId="{E1E8B981-FDB1-7A46-99A9-79D545AE6057}" destId="{F214B6EA-5A02-5D42-BFAB-529C0FD6A6B5}" srcOrd="1" destOrd="0" presId="urn:microsoft.com/office/officeart/2008/layout/LinedList"/>
    <dgm:cxn modelId="{F14E0336-6166-5F4F-A8B7-CE1D1D9F966A}" type="presParOf" srcId="{7DB2C41A-8607-3C48-9E7D-5AD7F55975BC}" destId="{4B63394A-9FDB-E544-95DE-C8EF5C605E49}" srcOrd="14" destOrd="0" presId="urn:microsoft.com/office/officeart/2008/layout/LinedList"/>
    <dgm:cxn modelId="{F7F55EF7-2503-CB47-A68C-EB767962E4F0}" type="presParOf" srcId="{7DB2C41A-8607-3C48-9E7D-5AD7F55975BC}" destId="{FBE51596-F6EF-E14F-AFAF-10FF3B7E3A6F}" srcOrd="15" destOrd="0" presId="urn:microsoft.com/office/officeart/2008/layout/LinedList"/>
    <dgm:cxn modelId="{1E8C98DC-A31E-DB47-8872-5695E39497DA}" type="presParOf" srcId="{FBE51596-F6EF-E14F-AFAF-10FF3B7E3A6F}" destId="{85327178-DAE7-ED45-B87F-5238B9E7AF1C}" srcOrd="0" destOrd="0" presId="urn:microsoft.com/office/officeart/2008/layout/LinedList"/>
    <dgm:cxn modelId="{4D334ADD-1645-7C4A-87A6-A57564E3845D}" type="presParOf" srcId="{FBE51596-F6EF-E14F-AFAF-10FF3B7E3A6F}" destId="{9BCDAF83-E349-D947-BDF0-F8500C9446C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82E6BC-DE2B-E74E-A270-D122B6D04787}">
      <dsp:nvSpPr>
        <dsp:cNvPr id="0" name=""/>
        <dsp:cNvSpPr/>
      </dsp:nvSpPr>
      <dsp:spPr>
        <a:xfrm>
          <a:off x="0" y="0"/>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F112E8-9516-7B40-BF0C-72DD5DBE67C9}">
      <dsp:nvSpPr>
        <dsp:cNvPr id="0" name=""/>
        <dsp:cNvSpPr/>
      </dsp:nvSpPr>
      <dsp:spPr>
        <a:xfrm>
          <a:off x="0" y="0"/>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Problem Statement</a:t>
          </a:r>
        </a:p>
      </dsp:txBody>
      <dsp:txXfrm>
        <a:off x="0" y="0"/>
        <a:ext cx="6900512" cy="692017"/>
      </dsp:txXfrm>
    </dsp:sp>
    <dsp:sp modelId="{7284545B-E06D-E748-A0CE-3EFBF4C2E727}">
      <dsp:nvSpPr>
        <dsp:cNvPr id="0" name=""/>
        <dsp:cNvSpPr/>
      </dsp:nvSpPr>
      <dsp:spPr>
        <a:xfrm>
          <a:off x="0" y="692017"/>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E7B35B-5374-4C48-9FA7-90089D159C25}">
      <dsp:nvSpPr>
        <dsp:cNvPr id="0" name=""/>
        <dsp:cNvSpPr/>
      </dsp:nvSpPr>
      <dsp:spPr>
        <a:xfrm>
          <a:off x="0" y="692017"/>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Proposed Solution</a:t>
          </a:r>
        </a:p>
      </dsp:txBody>
      <dsp:txXfrm>
        <a:off x="0" y="692017"/>
        <a:ext cx="6900512" cy="692017"/>
      </dsp:txXfrm>
    </dsp:sp>
    <dsp:sp modelId="{BFACA85F-77C1-074E-99B7-98E221DFBAF5}">
      <dsp:nvSpPr>
        <dsp:cNvPr id="0" name=""/>
        <dsp:cNvSpPr/>
      </dsp:nvSpPr>
      <dsp:spPr>
        <a:xfrm>
          <a:off x="0" y="1384035"/>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2870C6-E137-894B-9439-96BBF48E5170}">
      <dsp:nvSpPr>
        <dsp:cNvPr id="0" name=""/>
        <dsp:cNvSpPr/>
      </dsp:nvSpPr>
      <dsp:spPr>
        <a:xfrm>
          <a:off x="0" y="1384035"/>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Related Work and </a:t>
          </a:r>
          <a:r>
            <a:rPr lang="en-US" sz="2600" kern="1200" dirty="0">
              <a:solidFill>
                <a:schemeClr val="tx1"/>
              </a:solidFill>
              <a:effectLst/>
              <a:latin typeface="+mj-lt"/>
              <a:ea typeface="+mj-ea"/>
              <a:cs typeface="+mj-cs"/>
            </a:rPr>
            <a:t>Proposed </a:t>
          </a:r>
          <a:r>
            <a:rPr lang="en-US" sz="2600" kern="1200" dirty="0">
              <a:solidFill>
                <a:schemeClr val="tx1"/>
              </a:solidFill>
              <a:latin typeface="+mj-lt"/>
              <a:ea typeface="+mj-ea"/>
              <a:cs typeface="+mj-cs"/>
            </a:rPr>
            <a:t>Project</a:t>
          </a:r>
          <a:r>
            <a:rPr lang="en-US" sz="2600" kern="1200" dirty="0"/>
            <a:t> Comparison</a:t>
          </a:r>
        </a:p>
      </dsp:txBody>
      <dsp:txXfrm>
        <a:off x="0" y="1384035"/>
        <a:ext cx="6900512" cy="692017"/>
      </dsp:txXfrm>
    </dsp:sp>
    <dsp:sp modelId="{7BA72270-6F9C-1446-8681-875B473857C5}">
      <dsp:nvSpPr>
        <dsp:cNvPr id="0" name=""/>
        <dsp:cNvSpPr/>
      </dsp:nvSpPr>
      <dsp:spPr>
        <a:xfrm>
          <a:off x="0" y="2076052"/>
          <a:ext cx="6900512"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54D91F-AA96-1E42-945B-89380A228404}">
      <dsp:nvSpPr>
        <dsp:cNvPr id="0" name=""/>
        <dsp:cNvSpPr/>
      </dsp:nvSpPr>
      <dsp:spPr>
        <a:xfrm>
          <a:off x="0" y="2076052"/>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Use case Diagrams </a:t>
          </a:r>
        </a:p>
      </dsp:txBody>
      <dsp:txXfrm>
        <a:off x="0" y="2076052"/>
        <a:ext cx="6900512" cy="692017"/>
      </dsp:txXfrm>
    </dsp:sp>
    <dsp:sp modelId="{DC4D230B-6AA6-954E-8D78-D177CBAEAF92}">
      <dsp:nvSpPr>
        <dsp:cNvPr id="0" name=""/>
        <dsp:cNvSpPr/>
      </dsp:nvSpPr>
      <dsp:spPr>
        <a:xfrm>
          <a:off x="0" y="2768070"/>
          <a:ext cx="6900512"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3D30B9-D6DB-5A46-8AD4-6949EC09CBA3}">
      <dsp:nvSpPr>
        <dsp:cNvPr id="0" name=""/>
        <dsp:cNvSpPr/>
      </dsp:nvSpPr>
      <dsp:spPr>
        <a:xfrm>
          <a:off x="0" y="2768070"/>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solidFill>
                <a:schemeClr val="tx1"/>
              </a:solidFill>
              <a:latin typeface="+mj-lt"/>
              <a:ea typeface="+mj-ea"/>
              <a:cs typeface="+mj-cs"/>
            </a:rPr>
            <a:t>Sequence Diagram</a:t>
          </a:r>
          <a:endParaRPr lang="en-US" sz="2600" kern="1200" dirty="0"/>
        </a:p>
      </dsp:txBody>
      <dsp:txXfrm>
        <a:off x="0" y="2768070"/>
        <a:ext cx="6900512" cy="692017"/>
      </dsp:txXfrm>
    </dsp:sp>
    <dsp:sp modelId="{7F9B315B-2239-674D-9764-3276D0F10D2C}">
      <dsp:nvSpPr>
        <dsp:cNvPr id="0" name=""/>
        <dsp:cNvSpPr/>
      </dsp:nvSpPr>
      <dsp:spPr>
        <a:xfrm>
          <a:off x="0" y="3460088"/>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7942E4-1190-864B-B801-AEDDDE50CCB5}">
      <dsp:nvSpPr>
        <dsp:cNvPr id="0" name=""/>
        <dsp:cNvSpPr/>
      </dsp:nvSpPr>
      <dsp:spPr>
        <a:xfrm>
          <a:off x="0" y="3460088"/>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Activity Diagrams</a:t>
          </a:r>
        </a:p>
      </dsp:txBody>
      <dsp:txXfrm>
        <a:off x="0" y="3460088"/>
        <a:ext cx="6900512" cy="692017"/>
      </dsp:txXfrm>
    </dsp:sp>
    <dsp:sp modelId="{AB4E9354-35A9-BF48-A499-959D489AF562}">
      <dsp:nvSpPr>
        <dsp:cNvPr id="0" name=""/>
        <dsp:cNvSpPr/>
      </dsp:nvSpPr>
      <dsp:spPr>
        <a:xfrm>
          <a:off x="0" y="4152105"/>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4606CF-B912-C449-A1B5-4B3644986307}">
      <dsp:nvSpPr>
        <dsp:cNvPr id="0" name=""/>
        <dsp:cNvSpPr/>
      </dsp:nvSpPr>
      <dsp:spPr>
        <a:xfrm>
          <a:off x="0" y="4152105"/>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Time Plan "Gant Chart"</a:t>
          </a:r>
        </a:p>
      </dsp:txBody>
      <dsp:txXfrm>
        <a:off x="0" y="4152105"/>
        <a:ext cx="6900512" cy="692017"/>
      </dsp:txXfrm>
    </dsp:sp>
    <dsp:sp modelId="{4B63394A-9FDB-E544-95DE-C8EF5C605E49}">
      <dsp:nvSpPr>
        <dsp:cNvPr id="0" name=""/>
        <dsp:cNvSpPr/>
      </dsp:nvSpPr>
      <dsp:spPr>
        <a:xfrm>
          <a:off x="0" y="4844123"/>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327178-DAE7-ED45-B87F-5238B9E7AF1C}">
      <dsp:nvSpPr>
        <dsp:cNvPr id="0" name=""/>
        <dsp:cNvSpPr/>
      </dsp:nvSpPr>
      <dsp:spPr>
        <a:xfrm>
          <a:off x="0" y="4844123"/>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References</a:t>
          </a:r>
        </a:p>
      </dsp:txBody>
      <dsp:txXfrm>
        <a:off x="0" y="4844123"/>
        <a:ext cx="6900512" cy="69201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7309A7-6CD4-A949-AE03-F4F9D51D53AD}" type="datetimeFigureOut">
              <a:rPr lang="en-EG" smtClean="0"/>
              <a:t>22/12/2025</a:t>
            </a:fld>
            <a:endParaRPr lang="en-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5546F1-0AD7-4246-840E-A881EB7A5490}" type="slidenum">
              <a:rPr lang="en-EG" smtClean="0"/>
              <a:t>‹#›</a:t>
            </a:fld>
            <a:endParaRPr lang="en-EG"/>
          </a:p>
        </p:txBody>
      </p:sp>
    </p:spTree>
    <p:extLst>
      <p:ext uri="{BB962C8B-B14F-4D97-AF65-F5344CB8AC3E}">
        <p14:creationId xmlns:p14="http://schemas.microsoft.com/office/powerpoint/2010/main" val="1745695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9F5546F1-0AD7-4246-840E-A881EB7A5490}" type="slidenum">
              <a:rPr lang="en-EG" smtClean="0"/>
              <a:t>4</a:t>
            </a:fld>
            <a:endParaRPr lang="en-EG"/>
          </a:p>
        </p:txBody>
      </p:sp>
    </p:spTree>
    <p:extLst>
      <p:ext uri="{BB962C8B-B14F-4D97-AF65-F5344CB8AC3E}">
        <p14:creationId xmlns:p14="http://schemas.microsoft.com/office/powerpoint/2010/main" val="3032880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BF058-E28C-9C93-5219-C51333268E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EG"/>
          </a:p>
        </p:txBody>
      </p:sp>
      <p:sp>
        <p:nvSpPr>
          <p:cNvPr id="3" name="Subtitle 2">
            <a:extLst>
              <a:ext uri="{FF2B5EF4-FFF2-40B4-BE49-F238E27FC236}">
                <a16:creationId xmlns:a16="http://schemas.microsoft.com/office/drawing/2014/main" id="{3F8C488B-980D-F21B-281B-6D82917399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EG"/>
          </a:p>
        </p:txBody>
      </p:sp>
      <p:sp>
        <p:nvSpPr>
          <p:cNvPr id="4" name="Date Placeholder 3">
            <a:extLst>
              <a:ext uri="{FF2B5EF4-FFF2-40B4-BE49-F238E27FC236}">
                <a16:creationId xmlns:a16="http://schemas.microsoft.com/office/drawing/2014/main" id="{76CC0E44-C2C9-B6F7-1C89-39ED02BEB28F}"/>
              </a:ext>
            </a:extLst>
          </p:cNvPr>
          <p:cNvSpPr>
            <a:spLocks noGrp="1"/>
          </p:cNvSpPr>
          <p:nvPr>
            <p:ph type="dt" sz="half" idx="10"/>
          </p:nvPr>
        </p:nvSpPr>
        <p:spPr/>
        <p:txBody>
          <a:bodyPr/>
          <a:lstStyle/>
          <a:p>
            <a:fld id="{253159B2-EDE0-8643-BB29-818A08890437}" type="datetime1">
              <a:rPr lang="en-US" smtClean="0"/>
              <a:t>12/22/25</a:t>
            </a:fld>
            <a:endParaRPr lang="en-EG"/>
          </a:p>
        </p:txBody>
      </p:sp>
      <p:sp>
        <p:nvSpPr>
          <p:cNvPr id="5" name="Footer Placeholder 4">
            <a:extLst>
              <a:ext uri="{FF2B5EF4-FFF2-40B4-BE49-F238E27FC236}">
                <a16:creationId xmlns:a16="http://schemas.microsoft.com/office/drawing/2014/main" id="{9094CDC3-ADD1-F42F-52B3-7D9F37DE94FB}"/>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98A44D0E-EB07-59C4-1EA6-7348EF275185}"/>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3596586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D3AB5-3DB4-C4A9-920F-8FB546B6447E}"/>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71910A08-406D-5C29-7E65-9A732B4D9A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B273764E-9A8C-867B-71A5-04415D3EFBE7}"/>
              </a:ext>
            </a:extLst>
          </p:cNvPr>
          <p:cNvSpPr>
            <a:spLocks noGrp="1"/>
          </p:cNvSpPr>
          <p:nvPr>
            <p:ph type="dt" sz="half" idx="10"/>
          </p:nvPr>
        </p:nvSpPr>
        <p:spPr/>
        <p:txBody>
          <a:bodyPr/>
          <a:lstStyle/>
          <a:p>
            <a:fld id="{476591E6-8C8C-D540-923A-F9CC35CF392F}" type="datetime1">
              <a:rPr lang="en-US" smtClean="0"/>
              <a:t>12/22/25</a:t>
            </a:fld>
            <a:endParaRPr lang="en-EG"/>
          </a:p>
        </p:txBody>
      </p:sp>
      <p:sp>
        <p:nvSpPr>
          <p:cNvPr id="5" name="Footer Placeholder 4">
            <a:extLst>
              <a:ext uri="{FF2B5EF4-FFF2-40B4-BE49-F238E27FC236}">
                <a16:creationId xmlns:a16="http://schemas.microsoft.com/office/drawing/2014/main" id="{CBFCACA0-A166-E8A3-E202-A0CBF7BD6E52}"/>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00D25927-AFCB-7078-5681-6E42C7E1C70C}"/>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3633013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5DBE4-4F88-9F39-1E59-AC2D1E3A59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EG"/>
          </a:p>
        </p:txBody>
      </p:sp>
      <p:sp>
        <p:nvSpPr>
          <p:cNvPr id="3" name="Text Placeholder 2">
            <a:extLst>
              <a:ext uri="{FF2B5EF4-FFF2-40B4-BE49-F238E27FC236}">
                <a16:creationId xmlns:a16="http://schemas.microsoft.com/office/drawing/2014/main" id="{2F7277A2-6FCA-2712-8FE2-D3E3DCD8D3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1F334F-E190-28A4-CB76-71E418717444}"/>
              </a:ext>
            </a:extLst>
          </p:cNvPr>
          <p:cNvSpPr>
            <a:spLocks noGrp="1"/>
          </p:cNvSpPr>
          <p:nvPr>
            <p:ph type="dt" sz="half" idx="10"/>
          </p:nvPr>
        </p:nvSpPr>
        <p:spPr/>
        <p:txBody>
          <a:bodyPr/>
          <a:lstStyle/>
          <a:p>
            <a:fld id="{6289B6A9-4C7C-BF46-85BA-EEDB8C94DC05}" type="datetime1">
              <a:rPr lang="en-US" smtClean="0"/>
              <a:t>12/22/25</a:t>
            </a:fld>
            <a:endParaRPr lang="en-EG"/>
          </a:p>
        </p:txBody>
      </p:sp>
      <p:sp>
        <p:nvSpPr>
          <p:cNvPr id="5" name="Footer Placeholder 4">
            <a:extLst>
              <a:ext uri="{FF2B5EF4-FFF2-40B4-BE49-F238E27FC236}">
                <a16:creationId xmlns:a16="http://schemas.microsoft.com/office/drawing/2014/main" id="{2C1ABE50-775E-2418-2842-6A2FF27C5F8F}"/>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C388A5FE-A99E-3EA4-6407-0B47B0A618EF}"/>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4182758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21DE9-96FF-3D97-A55D-2D2D7D1053F8}"/>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41DA63AA-53BF-D87D-886D-1C50EEBFE2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Content Placeholder 3">
            <a:extLst>
              <a:ext uri="{FF2B5EF4-FFF2-40B4-BE49-F238E27FC236}">
                <a16:creationId xmlns:a16="http://schemas.microsoft.com/office/drawing/2014/main" id="{CED91E23-11B2-021C-A2F0-23B266508A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Date Placeholder 4">
            <a:extLst>
              <a:ext uri="{FF2B5EF4-FFF2-40B4-BE49-F238E27FC236}">
                <a16:creationId xmlns:a16="http://schemas.microsoft.com/office/drawing/2014/main" id="{733E4C33-7EF1-D703-7FD0-0323D3D160E5}"/>
              </a:ext>
            </a:extLst>
          </p:cNvPr>
          <p:cNvSpPr>
            <a:spLocks noGrp="1"/>
          </p:cNvSpPr>
          <p:nvPr>
            <p:ph type="dt" sz="half" idx="10"/>
          </p:nvPr>
        </p:nvSpPr>
        <p:spPr/>
        <p:txBody>
          <a:bodyPr/>
          <a:lstStyle/>
          <a:p>
            <a:fld id="{17A7B2D9-04DA-C043-99A8-468FFBCE078A}" type="datetime1">
              <a:rPr lang="en-US" smtClean="0"/>
              <a:t>12/22/25</a:t>
            </a:fld>
            <a:endParaRPr lang="en-EG"/>
          </a:p>
        </p:txBody>
      </p:sp>
      <p:sp>
        <p:nvSpPr>
          <p:cNvPr id="6" name="Footer Placeholder 5">
            <a:extLst>
              <a:ext uri="{FF2B5EF4-FFF2-40B4-BE49-F238E27FC236}">
                <a16:creationId xmlns:a16="http://schemas.microsoft.com/office/drawing/2014/main" id="{58AFCF60-C41C-9A1B-A68E-8A57892B8115}"/>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C6DD0658-D2D9-0DF4-399C-971B267D9F3A}"/>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3008046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0620F-39CA-B20A-4A70-989B0D661B5C}"/>
              </a:ext>
            </a:extLst>
          </p:cNvPr>
          <p:cNvSpPr>
            <a:spLocks noGrp="1"/>
          </p:cNvSpPr>
          <p:nvPr>
            <p:ph type="title"/>
          </p:nvPr>
        </p:nvSpPr>
        <p:spPr>
          <a:xfrm>
            <a:off x="839788" y="365125"/>
            <a:ext cx="10515600" cy="1325563"/>
          </a:xfrm>
        </p:spPr>
        <p:txBody>
          <a:bodyPr/>
          <a:lstStyle/>
          <a:p>
            <a:r>
              <a:rPr lang="en-US"/>
              <a:t>Click to edit Master title style</a:t>
            </a:r>
            <a:endParaRPr lang="en-EG"/>
          </a:p>
        </p:txBody>
      </p:sp>
      <p:sp>
        <p:nvSpPr>
          <p:cNvPr id="3" name="Text Placeholder 2">
            <a:extLst>
              <a:ext uri="{FF2B5EF4-FFF2-40B4-BE49-F238E27FC236}">
                <a16:creationId xmlns:a16="http://schemas.microsoft.com/office/drawing/2014/main" id="{70FBD99D-6729-46E1-0FC2-9E67FB5C79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AD2A9D-BE95-9E41-444F-634B869792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Text Placeholder 4">
            <a:extLst>
              <a:ext uri="{FF2B5EF4-FFF2-40B4-BE49-F238E27FC236}">
                <a16:creationId xmlns:a16="http://schemas.microsoft.com/office/drawing/2014/main" id="{86740186-2F66-874A-E3B5-00B3B949E2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330EB5-9967-925E-2361-85A995F280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7" name="Date Placeholder 6">
            <a:extLst>
              <a:ext uri="{FF2B5EF4-FFF2-40B4-BE49-F238E27FC236}">
                <a16:creationId xmlns:a16="http://schemas.microsoft.com/office/drawing/2014/main" id="{2827DC1F-DCF4-3E40-164F-6435BB9CC1DA}"/>
              </a:ext>
            </a:extLst>
          </p:cNvPr>
          <p:cNvSpPr>
            <a:spLocks noGrp="1"/>
          </p:cNvSpPr>
          <p:nvPr>
            <p:ph type="dt" sz="half" idx="10"/>
          </p:nvPr>
        </p:nvSpPr>
        <p:spPr/>
        <p:txBody>
          <a:bodyPr/>
          <a:lstStyle/>
          <a:p>
            <a:fld id="{FB2FF562-CD92-A04A-8FDA-94439D43E843}" type="datetime1">
              <a:rPr lang="en-US" smtClean="0"/>
              <a:t>12/22/25</a:t>
            </a:fld>
            <a:endParaRPr lang="en-EG"/>
          </a:p>
        </p:txBody>
      </p:sp>
      <p:sp>
        <p:nvSpPr>
          <p:cNvPr id="8" name="Footer Placeholder 7">
            <a:extLst>
              <a:ext uri="{FF2B5EF4-FFF2-40B4-BE49-F238E27FC236}">
                <a16:creationId xmlns:a16="http://schemas.microsoft.com/office/drawing/2014/main" id="{30088A56-77DC-91A1-0414-726860580704}"/>
              </a:ext>
            </a:extLst>
          </p:cNvPr>
          <p:cNvSpPr>
            <a:spLocks noGrp="1"/>
          </p:cNvSpPr>
          <p:nvPr>
            <p:ph type="ftr" sz="quarter" idx="11"/>
          </p:nvPr>
        </p:nvSpPr>
        <p:spPr/>
        <p:txBody>
          <a:bodyPr/>
          <a:lstStyle/>
          <a:p>
            <a:endParaRPr lang="en-EG"/>
          </a:p>
        </p:txBody>
      </p:sp>
      <p:sp>
        <p:nvSpPr>
          <p:cNvPr id="9" name="Slide Number Placeholder 8">
            <a:extLst>
              <a:ext uri="{FF2B5EF4-FFF2-40B4-BE49-F238E27FC236}">
                <a16:creationId xmlns:a16="http://schemas.microsoft.com/office/drawing/2014/main" id="{BAB555B7-1E2A-9384-1653-32E1AE4FC41D}"/>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408591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11690-427A-EE01-1A7A-7DA59B06B408}"/>
              </a:ext>
            </a:extLst>
          </p:cNvPr>
          <p:cNvSpPr>
            <a:spLocks noGrp="1"/>
          </p:cNvSpPr>
          <p:nvPr>
            <p:ph type="title"/>
          </p:nvPr>
        </p:nvSpPr>
        <p:spPr/>
        <p:txBody>
          <a:bodyPr/>
          <a:lstStyle/>
          <a:p>
            <a:r>
              <a:rPr lang="en-US"/>
              <a:t>Click to edit Master title style</a:t>
            </a:r>
            <a:endParaRPr lang="en-EG"/>
          </a:p>
        </p:txBody>
      </p:sp>
      <p:sp>
        <p:nvSpPr>
          <p:cNvPr id="3" name="Date Placeholder 2">
            <a:extLst>
              <a:ext uri="{FF2B5EF4-FFF2-40B4-BE49-F238E27FC236}">
                <a16:creationId xmlns:a16="http://schemas.microsoft.com/office/drawing/2014/main" id="{4365BC76-B09E-A0BE-4890-B15A4435ED06}"/>
              </a:ext>
            </a:extLst>
          </p:cNvPr>
          <p:cNvSpPr>
            <a:spLocks noGrp="1"/>
          </p:cNvSpPr>
          <p:nvPr>
            <p:ph type="dt" sz="half" idx="10"/>
          </p:nvPr>
        </p:nvSpPr>
        <p:spPr/>
        <p:txBody>
          <a:bodyPr/>
          <a:lstStyle/>
          <a:p>
            <a:fld id="{513C9F87-3D89-7440-AB94-491E32CD922F}" type="datetime1">
              <a:rPr lang="en-US" smtClean="0"/>
              <a:t>12/22/25</a:t>
            </a:fld>
            <a:endParaRPr lang="en-EG"/>
          </a:p>
        </p:txBody>
      </p:sp>
      <p:sp>
        <p:nvSpPr>
          <p:cNvPr id="4" name="Footer Placeholder 3">
            <a:extLst>
              <a:ext uri="{FF2B5EF4-FFF2-40B4-BE49-F238E27FC236}">
                <a16:creationId xmlns:a16="http://schemas.microsoft.com/office/drawing/2014/main" id="{B2FC7217-181E-F4F2-D82B-312CB6F680C1}"/>
              </a:ext>
            </a:extLst>
          </p:cNvPr>
          <p:cNvSpPr>
            <a:spLocks noGrp="1"/>
          </p:cNvSpPr>
          <p:nvPr>
            <p:ph type="ftr" sz="quarter" idx="11"/>
          </p:nvPr>
        </p:nvSpPr>
        <p:spPr/>
        <p:txBody>
          <a:bodyPr/>
          <a:lstStyle/>
          <a:p>
            <a:endParaRPr lang="en-EG"/>
          </a:p>
        </p:txBody>
      </p:sp>
      <p:sp>
        <p:nvSpPr>
          <p:cNvPr id="5" name="Slide Number Placeholder 4">
            <a:extLst>
              <a:ext uri="{FF2B5EF4-FFF2-40B4-BE49-F238E27FC236}">
                <a16:creationId xmlns:a16="http://schemas.microsoft.com/office/drawing/2014/main" id="{2AB0300A-AF53-1E32-B36A-79B7B9CA9499}"/>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1615055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835764-B838-8E20-B4F4-5DBA75B13F02}"/>
              </a:ext>
            </a:extLst>
          </p:cNvPr>
          <p:cNvSpPr>
            <a:spLocks noGrp="1"/>
          </p:cNvSpPr>
          <p:nvPr>
            <p:ph type="dt" sz="half" idx="10"/>
          </p:nvPr>
        </p:nvSpPr>
        <p:spPr/>
        <p:txBody>
          <a:bodyPr/>
          <a:lstStyle/>
          <a:p>
            <a:fld id="{73AFA0B8-E6BE-AF4C-88E4-64D8E8F9665B}" type="datetime1">
              <a:rPr lang="en-US" smtClean="0"/>
              <a:t>12/22/25</a:t>
            </a:fld>
            <a:endParaRPr lang="en-EG"/>
          </a:p>
        </p:txBody>
      </p:sp>
      <p:sp>
        <p:nvSpPr>
          <p:cNvPr id="3" name="Footer Placeholder 2">
            <a:extLst>
              <a:ext uri="{FF2B5EF4-FFF2-40B4-BE49-F238E27FC236}">
                <a16:creationId xmlns:a16="http://schemas.microsoft.com/office/drawing/2014/main" id="{8DB42BC9-9539-CAA0-AA8D-D76E5AB2926E}"/>
              </a:ext>
            </a:extLst>
          </p:cNvPr>
          <p:cNvSpPr>
            <a:spLocks noGrp="1"/>
          </p:cNvSpPr>
          <p:nvPr>
            <p:ph type="ftr" sz="quarter" idx="11"/>
          </p:nvPr>
        </p:nvSpPr>
        <p:spPr/>
        <p:txBody>
          <a:bodyPr/>
          <a:lstStyle/>
          <a:p>
            <a:endParaRPr lang="en-EG"/>
          </a:p>
        </p:txBody>
      </p:sp>
      <p:sp>
        <p:nvSpPr>
          <p:cNvPr id="4" name="Slide Number Placeholder 3">
            <a:extLst>
              <a:ext uri="{FF2B5EF4-FFF2-40B4-BE49-F238E27FC236}">
                <a16:creationId xmlns:a16="http://schemas.microsoft.com/office/drawing/2014/main" id="{F7E4DCEA-DD21-7832-04D5-59E0223E53B3}"/>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2712937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FDC0-6E7D-6B9B-1DDA-412DBEEE1F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Content Placeholder 2">
            <a:extLst>
              <a:ext uri="{FF2B5EF4-FFF2-40B4-BE49-F238E27FC236}">
                <a16:creationId xmlns:a16="http://schemas.microsoft.com/office/drawing/2014/main" id="{CF365823-D89C-F909-1134-1D6AAC302D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Text Placeholder 3">
            <a:extLst>
              <a:ext uri="{FF2B5EF4-FFF2-40B4-BE49-F238E27FC236}">
                <a16:creationId xmlns:a16="http://schemas.microsoft.com/office/drawing/2014/main" id="{966F5FD2-0599-FA7C-4B50-04ED559B51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DF9899-6A30-0B48-21D5-09D3A915AAE2}"/>
              </a:ext>
            </a:extLst>
          </p:cNvPr>
          <p:cNvSpPr>
            <a:spLocks noGrp="1"/>
          </p:cNvSpPr>
          <p:nvPr>
            <p:ph type="dt" sz="half" idx="10"/>
          </p:nvPr>
        </p:nvSpPr>
        <p:spPr/>
        <p:txBody>
          <a:bodyPr/>
          <a:lstStyle/>
          <a:p>
            <a:fld id="{B2FEF252-9D16-A742-B68E-6313CF69FD28}" type="datetime1">
              <a:rPr lang="en-US" smtClean="0"/>
              <a:t>12/22/25</a:t>
            </a:fld>
            <a:endParaRPr lang="en-EG"/>
          </a:p>
        </p:txBody>
      </p:sp>
      <p:sp>
        <p:nvSpPr>
          <p:cNvPr id="6" name="Footer Placeholder 5">
            <a:extLst>
              <a:ext uri="{FF2B5EF4-FFF2-40B4-BE49-F238E27FC236}">
                <a16:creationId xmlns:a16="http://schemas.microsoft.com/office/drawing/2014/main" id="{E06ED80E-9616-EC7C-1D40-6E44BCD57447}"/>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F1D30C5D-9B07-A084-8679-14CF53C3B205}"/>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401534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5EDAC-CA6D-1ADB-5869-6A328C3804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Picture Placeholder 2">
            <a:extLst>
              <a:ext uri="{FF2B5EF4-FFF2-40B4-BE49-F238E27FC236}">
                <a16:creationId xmlns:a16="http://schemas.microsoft.com/office/drawing/2014/main" id="{0003D54B-5725-0D62-2C80-A903E8CD43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EG"/>
          </a:p>
        </p:txBody>
      </p:sp>
      <p:sp>
        <p:nvSpPr>
          <p:cNvPr id="4" name="Text Placeholder 3">
            <a:extLst>
              <a:ext uri="{FF2B5EF4-FFF2-40B4-BE49-F238E27FC236}">
                <a16:creationId xmlns:a16="http://schemas.microsoft.com/office/drawing/2014/main" id="{B6DECE90-53F2-ABA0-0DBA-B963283C14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23614C-F7B4-3169-13F0-A1F94D76F026}"/>
              </a:ext>
            </a:extLst>
          </p:cNvPr>
          <p:cNvSpPr>
            <a:spLocks noGrp="1"/>
          </p:cNvSpPr>
          <p:nvPr>
            <p:ph type="dt" sz="half" idx="10"/>
          </p:nvPr>
        </p:nvSpPr>
        <p:spPr/>
        <p:txBody>
          <a:bodyPr/>
          <a:lstStyle/>
          <a:p>
            <a:fld id="{AAD8E857-CAEC-AD49-9D9B-75E6061730BD}" type="datetime1">
              <a:rPr lang="en-US" smtClean="0"/>
              <a:t>12/22/25</a:t>
            </a:fld>
            <a:endParaRPr lang="en-EG"/>
          </a:p>
        </p:txBody>
      </p:sp>
      <p:sp>
        <p:nvSpPr>
          <p:cNvPr id="6" name="Footer Placeholder 5">
            <a:extLst>
              <a:ext uri="{FF2B5EF4-FFF2-40B4-BE49-F238E27FC236}">
                <a16:creationId xmlns:a16="http://schemas.microsoft.com/office/drawing/2014/main" id="{76587DA1-272F-7436-6EAE-B52F9A3A218D}"/>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7FB2C631-111D-D322-FDD2-C777CCDA5AC5}"/>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1444659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63CCF-AAD2-3693-49EA-D29693075F0E}"/>
              </a:ext>
            </a:extLst>
          </p:cNvPr>
          <p:cNvSpPr>
            <a:spLocks noGrp="1"/>
          </p:cNvSpPr>
          <p:nvPr>
            <p:ph type="title"/>
          </p:nvPr>
        </p:nvSpPr>
        <p:spPr/>
        <p:txBody>
          <a:bodyPr/>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77F36C32-164D-7489-FADE-4A7A5BC260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B43DA489-EB26-F024-3BDF-F07477EF08C1}"/>
              </a:ext>
            </a:extLst>
          </p:cNvPr>
          <p:cNvSpPr>
            <a:spLocks noGrp="1"/>
          </p:cNvSpPr>
          <p:nvPr>
            <p:ph type="dt" sz="half" idx="10"/>
          </p:nvPr>
        </p:nvSpPr>
        <p:spPr/>
        <p:txBody>
          <a:bodyPr/>
          <a:lstStyle/>
          <a:p>
            <a:fld id="{4C406858-C203-8845-8E1B-48A93891EABF}" type="datetime1">
              <a:rPr lang="en-US" smtClean="0"/>
              <a:t>12/22/25</a:t>
            </a:fld>
            <a:endParaRPr lang="en-EG"/>
          </a:p>
        </p:txBody>
      </p:sp>
      <p:sp>
        <p:nvSpPr>
          <p:cNvPr id="5" name="Footer Placeholder 4">
            <a:extLst>
              <a:ext uri="{FF2B5EF4-FFF2-40B4-BE49-F238E27FC236}">
                <a16:creationId xmlns:a16="http://schemas.microsoft.com/office/drawing/2014/main" id="{F3FB3559-9B79-8D2F-C823-70EB83409B99}"/>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172339B3-1CD7-9748-8D1E-D36A4A33C47C}"/>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3646534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162F4B-2B15-A117-6EA5-CACBA03DC3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BD395D01-E085-018D-5668-2ABF58C73C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572F7670-A77A-D227-2404-647C35C84EB7}"/>
              </a:ext>
            </a:extLst>
          </p:cNvPr>
          <p:cNvSpPr>
            <a:spLocks noGrp="1"/>
          </p:cNvSpPr>
          <p:nvPr>
            <p:ph type="dt" sz="half" idx="10"/>
          </p:nvPr>
        </p:nvSpPr>
        <p:spPr/>
        <p:txBody>
          <a:bodyPr/>
          <a:lstStyle/>
          <a:p>
            <a:fld id="{E67C9834-3681-7148-8FA7-637DD73EFDF2}" type="datetime1">
              <a:rPr lang="en-US" smtClean="0"/>
              <a:t>12/22/25</a:t>
            </a:fld>
            <a:endParaRPr lang="en-EG"/>
          </a:p>
        </p:txBody>
      </p:sp>
      <p:sp>
        <p:nvSpPr>
          <p:cNvPr id="5" name="Footer Placeholder 4">
            <a:extLst>
              <a:ext uri="{FF2B5EF4-FFF2-40B4-BE49-F238E27FC236}">
                <a16:creationId xmlns:a16="http://schemas.microsoft.com/office/drawing/2014/main" id="{A07FE726-8A30-FA23-C42A-B1C570A2A356}"/>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68E731D2-4A3D-3625-2CA9-52DD860439A0}"/>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3251520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848781-23CD-A243-8CD8-EF405D9C27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EG"/>
          </a:p>
        </p:txBody>
      </p:sp>
      <p:sp>
        <p:nvSpPr>
          <p:cNvPr id="3" name="Text Placeholder 2">
            <a:extLst>
              <a:ext uri="{FF2B5EF4-FFF2-40B4-BE49-F238E27FC236}">
                <a16:creationId xmlns:a16="http://schemas.microsoft.com/office/drawing/2014/main" id="{9901C8C0-D404-8D2C-8CA3-35000967A6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DE0D4C1F-51E5-3B39-90E4-3130397AD7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748039-1130-1446-9DFA-0F7E9D840F25}" type="datetime1">
              <a:rPr lang="en-US" smtClean="0"/>
              <a:t>12/22/25</a:t>
            </a:fld>
            <a:endParaRPr lang="en-EG"/>
          </a:p>
        </p:txBody>
      </p:sp>
      <p:sp>
        <p:nvSpPr>
          <p:cNvPr id="5" name="Footer Placeholder 4">
            <a:extLst>
              <a:ext uri="{FF2B5EF4-FFF2-40B4-BE49-F238E27FC236}">
                <a16:creationId xmlns:a16="http://schemas.microsoft.com/office/drawing/2014/main" id="{D58CFE31-CB87-8540-E1A5-774639AFF6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EG"/>
          </a:p>
        </p:txBody>
      </p:sp>
      <p:sp>
        <p:nvSpPr>
          <p:cNvPr id="6" name="Slide Number Placeholder 5">
            <a:extLst>
              <a:ext uri="{FF2B5EF4-FFF2-40B4-BE49-F238E27FC236}">
                <a16:creationId xmlns:a16="http://schemas.microsoft.com/office/drawing/2014/main" id="{CC9ABFC5-316B-CDBD-7770-29A702252F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46287B-3B8A-AB41-8A6B-DD15903AF9C3}" type="slidenum">
              <a:rPr lang="en-EG" smtClean="0"/>
              <a:t>‹#›</a:t>
            </a:fld>
            <a:endParaRPr lang="en-EG"/>
          </a:p>
        </p:txBody>
      </p:sp>
    </p:spTree>
    <p:extLst>
      <p:ext uri="{BB962C8B-B14F-4D97-AF65-F5344CB8AC3E}">
        <p14:creationId xmlns:p14="http://schemas.microsoft.com/office/powerpoint/2010/main" val="1357550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https://cdn-0.plantuml.com/plantuml/png/bLJ1RXGn3BtFLrYzLxtleMgX0bLg9RHBU_ScPjSqamo9isNvUXAiKQCfACnbv57y_9wVdTmamIXvT0CQ2H6-HhGKXmcZiE49lS3JVViB7uEN69nRP5qyFi1ZiEGk09D6WqN1FIQ2Emre6BG-N5wNiXju20VsLriwS1AALGAVKAXIFjsNf8Pi0xky7rd0LGn4-f4foHkaaJM7oZDpR-0P7TkQQo9PyiBeqboWqJW7SBaGi2N9qSD9ot2eAb9sCbXwNwKLeTtEU6qW2KfE3RIXgirNa9fLEZ-6roMizMhXwZFJQqaCvWMco8RAbooRgZXrFDwghIrYbSMVICmHZbpO2pCw636-a43TXFLMAwpdxhLksmQ-gEYszKQzhkIVxx_esgujBP1_6UYEl5s2-jEyupGvF3V0pZpdeUpp-IgHSv3uuD7rPlcPFCLwgkczGJP6tfRqywztUzFtyKDHk7jJs76nNPpo4i111PDL-BhBMU9l7CTwJLRUHoLRSnKLqPdQxJJ5SABokdqd8o3ryBzUE4q5IuPJiRuxjgMD2gUVPB8eVgs9McA5bMhF-ZVDA1zMdGitRyZRFBhV"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https://cdn-0.plantuml.com/plantuml/png/PL3BRkiW4Dtp5REwIXPNsSUBnatIXnHBLTqVe31sfi5WmP3MVr_0IX_f3kOyPixP19QUus044nk4-X7go6wGZ1fUlDHaUsYdm3Z0VwWLqvbuWXt9tij1Y28NOdrmFTdLC_QKgBuIw-HoHCkaaXF4a6U2EbZyc9Ep4A9I648NpSqICWAB2SDI0AplaDKH7fAXyubkO2TPLXdPKHYDdA1bfqxGI7z2Bi0zMlHvuPD7JIfl26bvpj0Se74QJU6rH_V-Y_CFRkEqQj4OQActqeHAe0a82-kMNugzzyv3a-wLFMQZTDeeq6hgKWMvBVHGZwDtPmofZ3TK7A3CgnA-F2yC_IVn_WDLPBme07AjymyALYeZMvfubG6_myoahRCT-Q5KUnLWAwr2C_EkPVEbgAjBbf9hapvnC9y0"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www.investopedia.com/" TargetMode="External"/><Relationship Id="rId13" Type="http://schemas.openxmlformats.org/officeDocument/2006/relationships/hyperlink" Target="https://app.diagrams.net/" TargetMode="External"/><Relationship Id="rId3" Type="http://schemas.openxmlformats.org/officeDocument/2006/relationships/hyperlink" Target="https://doi.org/10.1016/j.procs.2020.09.319" TargetMode="External"/><Relationship Id="rId7" Type="http://schemas.openxmlformats.org/officeDocument/2006/relationships/hyperlink" Target="https://scikit-learn.org/" TargetMode="External"/><Relationship Id="rId12" Type="http://schemas.openxmlformats.org/officeDocument/2006/relationships/hyperlink" Target="https://plantuml.com/" TargetMode="External"/><Relationship Id="rId2" Type="http://schemas.openxmlformats.org/officeDocument/2006/relationships/hyperlink" Target="https://doi.org/10.62836/iaet.v2i1.162" TargetMode="External"/><Relationship Id="rId1" Type="http://schemas.openxmlformats.org/officeDocument/2006/relationships/slideLayout" Target="../slideLayouts/slideLayout2.xml"/><Relationship Id="rId6" Type="http://schemas.openxmlformats.org/officeDocument/2006/relationships/hyperlink" Target="https://www.python.org/" TargetMode="External"/><Relationship Id="rId11" Type="http://schemas.openxmlformats.org/officeDocument/2006/relationships/hyperlink" Target="https://www.kaggle.com/" TargetMode="External"/><Relationship Id="rId5" Type="http://schemas.openxmlformats.org/officeDocument/2006/relationships/hyperlink" Target="https://link.springer.com/article/10.1186/s40854-021-00288-1" TargetMode="External"/><Relationship Id="rId10" Type="http://schemas.openxmlformats.org/officeDocument/2006/relationships/hyperlink" Target="https://www.yahoo.com/finance" TargetMode="External"/><Relationship Id="rId4" Type="http://schemas.openxmlformats.org/officeDocument/2006/relationships/hyperlink" Target="https://www.tandfonline.com/" TargetMode="External"/><Relationship Id="rId9" Type="http://schemas.openxmlformats.org/officeDocument/2006/relationships/hyperlink" Target="https://medium.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C113DE-E853-BBED-B8C2-F7D39F8FB165}"/>
              </a:ext>
            </a:extLst>
          </p:cNvPr>
          <p:cNvSpPr>
            <a:spLocks noGrp="1"/>
          </p:cNvSpPr>
          <p:nvPr>
            <p:ph type="ctrTitle"/>
          </p:nvPr>
        </p:nvSpPr>
        <p:spPr>
          <a:xfrm>
            <a:off x="838200" y="1093788"/>
            <a:ext cx="10515602" cy="2967208"/>
          </a:xfrm>
        </p:spPr>
        <p:txBody>
          <a:bodyPr>
            <a:normAutofit/>
          </a:bodyPr>
          <a:lstStyle/>
          <a:p>
            <a:pPr algn="l"/>
            <a:r>
              <a:rPr lang="en-EG" sz="8000" dirty="0"/>
              <a:t>AI Automated Trading System</a:t>
            </a:r>
          </a:p>
        </p:txBody>
      </p:sp>
      <p:sp>
        <p:nvSpPr>
          <p:cNvPr id="3" name="Subtitle 2">
            <a:extLst>
              <a:ext uri="{FF2B5EF4-FFF2-40B4-BE49-F238E27FC236}">
                <a16:creationId xmlns:a16="http://schemas.microsoft.com/office/drawing/2014/main" id="{98325331-1359-8A2F-AF68-8C4C251EC519}"/>
              </a:ext>
            </a:extLst>
          </p:cNvPr>
          <p:cNvSpPr>
            <a:spLocks noGrp="1"/>
          </p:cNvSpPr>
          <p:nvPr>
            <p:ph type="subTitle" idx="1"/>
          </p:nvPr>
        </p:nvSpPr>
        <p:spPr>
          <a:xfrm>
            <a:off x="7400924" y="4619624"/>
            <a:ext cx="3946779" cy="1038225"/>
          </a:xfrm>
        </p:spPr>
        <p:txBody>
          <a:bodyPr>
            <a:normAutofit/>
          </a:bodyPr>
          <a:lstStyle/>
          <a:p>
            <a:r>
              <a:rPr lang="en-US" sz="1500" dirty="0"/>
              <a:t>By: Ahmed Sherif Mohamed Sabry</a:t>
            </a:r>
          </a:p>
          <a:p>
            <a:r>
              <a:rPr lang="en-US" sz="1500" dirty="0"/>
              <a:t>ID: 21512145</a:t>
            </a:r>
          </a:p>
          <a:p>
            <a:r>
              <a:rPr lang="en-US" sz="1500" dirty="0"/>
              <a:t>Supervisor: Prof. Mahmoud Atallah </a:t>
            </a:r>
            <a:endParaRPr lang="en-EG" sz="1500" dirty="0"/>
          </a:p>
        </p:txBody>
      </p:sp>
      <p:sp>
        <p:nvSpPr>
          <p:cNvPr id="42" name="Rectangle 41">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9" name="Rectangle 48">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logo for a company&#10;&#10;AI-generated content may be incorrect.">
            <a:extLst>
              <a:ext uri="{FF2B5EF4-FFF2-40B4-BE49-F238E27FC236}">
                <a16:creationId xmlns:a16="http://schemas.microsoft.com/office/drawing/2014/main" id="{9E1B9576-523B-40D7-5E8E-647E28E00D70}"/>
              </a:ext>
            </a:extLst>
          </p:cNvPr>
          <p:cNvPicPr>
            <a:picLocks/>
          </p:cNvPicPr>
          <p:nvPr/>
        </p:nvPicPr>
        <p:blipFill>
          <a:blip r:embed="rId2">
            <a:extLst>
              <a:ext uri="{28A0092B-C50C-407E-A947-70E740481C1C}">
                <a14:useLocalDpi xmlns:a14="http://schemas.microsoft.com/office/drawing/2010/main" val="0"/>
              </a:ext>
            </a:extLst>
          </a:blip>
          <a:stretch>
            <a:fillRect/>
          </a:stretch>
        </p:blipFill>
        <p:spPr bwMode="auto">
          <a:xfrm>
            <a:off x="9122629" y="567613"/>
            <a:ext cx="2231172" cy="1051935"/>
          </a:xfrm>
          <a:prstGeom prst="rect">
            <a:avLst/>
          </a:prstGeom>
          <a:noFill/>
        </p:spPr>
      </p:pic>
      <p:sp>
        <p:nvSpPr>
          <p:cNvPr id="6" name="Slide Number Placeholder 5">
            <a:extLst>
              <a:ext uri="{FF2B5EF4-FFF2-40B4-BE49-F238E27FC236}">
                <a16:creationId xmlns:a16="http://schemas.microsoft.com/office/drawing/2014/main" id="{6069B485-B81F-DD1A-34EA-8CB4D5EDDF04}"/>
              </a:ext>
            </a:extLst>
          </p:cNvPr>
          <p:cNvSpPr>
            <a:spLocks noGrp="1"/>
          </p:cNvSpPr>
          <p:nvPr>
            <p:ph type="sldNum" sz="quarter" idx="12"/>
          </p:nvPr>
        </p:nvSpPr>
        <p:spPr/>
        <p:txBody>
          <a:bodyPr/>
          <a:lstStyle/>
          <a:p>
            <a:fld id="{9946287B-3B8A-AB41-8A6B-DD15903AF9C3}" type="slidenum">
              <a:rPr lang="en-EG" smtClean="0"/>
              <a:t>1</a:t>
            </a:fld>
            <a:endParaRPr lang="en-EG"/>
          </a:p>
        </p:txBody>
      </p:sp>
    </p:spTree>
    <p:extLst>
      <p:ext uri="{BB962C8B-B14F-4D97-AF65-F5344CB8AC3E}">
        <p14:creationId xmlns:p14="http://schemas.microsoft.com/office/powerpoint/2010/main" val="1506083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FDEC23-F530-B834-3B68-CE2985970581}"/>
              </a:ext>
            </a:extLst>
          </p:cNvPr>
          <p:cNvSpPr>
            <a:spLocks noGrp="1"/>
          </p:cNvSpPr>
          <p:nvPr>
            <p:ph type="title"/>
          </p:nvPr>
        </p:nvSpPr>
        <p:spPr>
          <a:xfrm>
            <a:off x="635000" y="640823"/>
            <a:ext cx="3418659" cy="5583148"/>
          </a:xfrm>
        </p:spPr>
        <p:txBody>
          <a:bodyPr anchor="ctr">
            <a:normAutofit/>
          </a:bodyPr>
          <a:lstStyle/>
          <a:p>
            <a:r>
              <a:rPr lang="en-US" sz="5400" kern="100">
                <a:effectLst/>
                <a:latin typeface="Aptos" panose="020B0004020202020204" pitchFamily="34" charset="0"/>
                <a:ea typeface="Aptos" panose="020B0004020202020204" pitchFamily="34" charset="0"/>
                <a:cs typeface="Times New Roman" panose="02020603050405020304" pitchFamily="18" charset="0"/>
              </a:rPr>
              <a:t>Agenda</a:t>
            </a:r>
            <a:endParaRPr lang="en-EG" sz="54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F69BD45-D134-FE2F-5C72-53CE895BFDA8}"/>
              </a:ext>
            </a:extLst>
          </p:cNvPr>
          <p:cNvGraphicFramePr>
            <a:graphicFrameLocks noGrp="1"/>
          </p:cNvGraphicFramePr>
          <p:nvPr>
            <p:ph idx="1"/>
            <p:extLst>
              <p:ext uri="{D42A27DB-BD31-4B8C-83A1-F6EECF244321}">
                <p14:modId xmlns:p14="http://schemas.microsoft.com/office/powerpoint/2010/main" val="2555282967"/>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CA666E67-759A-D6C8-7D5F-0403245A20B5}"/>
              </a:ext>
            </a:extLst>
          </p:cNvPr>
          <p:cNvSpPr>
            <a:spLocks noGrp="1"/>
          </p:cNvSpPr>
          <p:nvPr>
            <p:ph type="sldNum" sz="quarter" idx="12"/>
          </p:nvPr>
        </p:nvSpPr>
        <p:spPr/>
        <p:txBody>
          <a:bodyPr/>
          <a:lstStyle/>
          <a:p>
            <a:fld id="{9946287B-3B8A-AB41-8A6B-DD15903AF9C3}" type="slidenum">
              <a:rPr lang="en-EG" smtClean="0"/>
              <a:t>2</a:t>
            </a:fld>
            <a:endParaRPr lang="en-EG"/>
          </a:p>
        </p:txBody>
      </p:sp>
    </p:spTree>
    <p:extLst>
      <p:ext uri="{BB962C8B-B14F-4D97-AF65-F5344CB8AC3E}">
        <p14:creationId xmlns:p14="http://schemas.microsoft.com/office/powerpoint/2010/main" val="3592833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27C982-334A-A8F4-724F-C0732ABA6420}"/>
              </a:ext>
            </a:extLst>
          </p:cNvPr>
          <p:cNvSpPr>
            <a:spLocks noGrp="1"/>
          </p:cNvSpPr>
          <p:nvPr>
            <p:ph type="title"/>
          </p:nvPr>
        </p:nvSpPr>
        <p:spPr>
          <a:xfrm>
            <a:off x="838200" y="365125"/>
            <a:ext cx="10515600" cy="1325563"/>
          </a:xfrm>
        </p:spPr>
        <p:txBody>
          <a:bodyPr>
            <a:normAutofit/>
          </a:bodyPr>
          <a:lstStyle/>
          <a:p>
            <a:r>
              <a:rPr lang="en-US" sz="4200" kern="100" dirty="0">
                <a:effectLst/>
                <a:latin typeface="Aptos" panose="020B0004020202020204" pitchFamily="34" charset="0"/>
                <a:ea typeface="Aptos" panose="020B0004020202020204" pitchFamily="34" charset="0"/>
                <a:cs typeface="Times New Roman" panose="02020603050405020304" pitchFamily="18" charset="0"/>
              </a:rPr>
              <a:t>Problem Statement</a:t>
            </a:r>
            <a:endParaRPr lang="en-EG" sz="42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131D92E-EAC3-29BF-789C-C9B0E54200EC}"/>
              </a:ext>
            </a:extLst>
          </p:cNvPr>
          <p:cNvSpPr>
            <a:spLocks noGrp="1"/>
          </p:cNvSpPr>
          <p:nvPr>
            <p:ph idx="1"/>
          </p:nvPr>
        </p:nvSpPr>
        <p:spPr>
          <a:xfrm>
            <a:off x="838200" y="1929384"/>
            <a:ext cx="5804971" cy="4251960"/>
          </a:xfrm>
        </p:spPr>
        <p:txBody>
          <a:bodyPr>
            <a:normAutofit/>
          </a:bodyPr>
          <a:lstStyle/>
          <a:p>
            <a:pPr marL="0" indent="0" algn="just">
              <a:lnSpc>
                <a:spcPct val="200000"/>
              </a:lnSpc>
              <a:buNone/>
            </a:pPr>
            <a:r>
              <a:rPr lang="en-US" sz="2200" dirty="0"/>
              <a:t>Trading in financial markets is challenging due to rapid price changes and large amounts of data that need to be analyzed quickly. Human traders may struggle to keep up, leading to delays, mistakes, or emotional decisions.</a:t>
            </a:r>
          </a:p>
        </p:txBody>
      </p:sp>
      <p:sp>
        <p:nvSpPr>
          <p:cNvPr id="6" name="Slide Number Placeholder 5">
            <a:extLst>
              <a:ext uri="{FF2B5EF4-FFF2-40B4-BE49-F238E27FC236}">
                <a16:creationId xmlns:a16="http://schemas.microsoft.com/office/drawing/2014/main" id="{FC9DE455-21EA-AE90-3B8B-1C432D5A3B74}"/>
              </a:ext>
            </a:extLst>
          </p:cNvPr>
          <p:cNvSpPr>
            <a:spLocks noGrp="1"/>
          </p:cNvSpPr>
          <p:nvPr>
            <p:ph type="sldNum" sz="quarter" idx="12"/>
          </p:nvPr>
        </p:nvSpPr>
        <p:spPr/>
        <p:txBody>
          <a:bodyPr/>
          <a:lstStyle/>
          <a:p>
            <a:fld id="{9946287B-3B8A-AB41-8A6B-DD15903AF9C3}" type="slidenum">
              <a:rPr lang="en-EG" smtClean="0"/>
              <a:t>3</a:t>
            </a:fld>
            <a:endParaRPr lang="en-EG"/>
          </a:p>
        </p:txBody>
      </p:sp>
      <p:pic>
        <p:nvPicPr>
          <p:cNvPr id="1028" name="Picture 4" descr="Man stress and headache for double exposure on trading computer data  analytics and stock market crash Frustrated trader seller or investor with  depression sad or overlay for assets loss at night |">
            <a:extLst>
              <a:ext uri="{FF2B5EF4-FFF2-40B4-BE49-F238E27FC236}">
                <a16:creationId xmlns:a16="http://schemas.microsoft.com/office/drawing/2014/main" id="{CBF787B4-E085-6369-B02E-9E7536F165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0964" y="2136087"/>
            <a:ext cx="4572000" cy="314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3476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260A39-EAC7-AF73-47CE-835A76E9ED8C}"/>
              </a:ext>
            </a:extLst>
          </p:cNvPr>
          <p:cNvSpPr>
            <a:spLocks noGrp="1"/>
          </p:cNvSpPr>
          <p:nvPr>
            <p:ph type="title"/>
          </p:nvPr>
        </p:nvSpPr>
        <p:spPr>
          <a:xfrm>
            <a:off x="838200" y="365125"/>
            <a:ext cx="10515600" cy="1325563"/>
          </a:xfrm>
        </p:spPr>
        <p:txBody>
          <a:bodyPr>
            <a:normAutofit/>
          </a:bodyPr>
          <a:lstStyle/>
          <a:p>
            <a:r>
              <a:rPr lang="en-US" sz="5400" kern="100" dirty="0">
                <a:effectLst/>
                <a:latin typeface="Aptos" panose="020B0004020202020204" pitchFamily="34" charset="0"/>
                <a:ea typeface="Aptos" panose="020B0004020202020204" pitchFamily="34" charset="0"/>
                <a:cs typeface="Times New Roman" panose="02020603050405020304" pitchFamily="18" charset="0"/>
              </a:rPr>
              <a:t>Proposed Solution</a:t>
            </a:r>
            <a:endParaRPr lang="en-EG"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25B4510-BBD7-3955-6088-846D557D4A6B}"/>
              </a:ext>
            </a:extLst>
          </p:cNvPr>
          <p:cNvSpPr>
            <a:spLocks noGrp="1"/>
          </p:cNvSpPr>
          <p:nvPr>
            <p:ph idx="1"/>
          </p:nvPr>
        </p:nvSpPr>
        <p:spPr>
          <a:xfrm>
            <a:off x="669036" y="1929383"/>
            <a:ext cx="6808210" cy="4398845"/>
          </a:xfrm>
        </p:spPr>
        <p:txBody>
          <a:bodyPr>
            <a:normAutofit/>
          </a:bodyPr>
          <a:lstStyle/>
          <a:p>
            <a:pPr marL="0" indent="0" algn="just">
              <a:lnSpc>
                <a:spcPct val="150000"/>
              </a:lnSpc>
              <a:buNone/>
            </a:pPr>
            <a:r>
              <a:rPr lang="en-US" sz="1800" dirty="0">
                <a:latin typeface="Arial" panose="020B0604020202020204" pitchFamily="34" charset="0"/>
                <a:cs typeface="Arial" panose="020B0604020202020204" pitchFamily="34" charset="0"/>
              </a:rPr>
              <a:t>Developing an automated trading system that uses machine learning to analyze historical market data and predict stock price movements. The system will generate buy/sell signals to support the trader, while the final decision remains with the human user “</a:t>
            </a:r>
            <a:r>
              <a:rPr lang="en-US" sz="1800" b="1" dirty="0">
                <a:latin typeface="Arial" panose="020B0604020202020204" pitchFamily="34" charset="0"/>
                <a:cs typeface="Arial" panose="020B0604020202020204" pitchFamily="34" charset="0"/>
              </a:rPr>
              <a:t>Human-in-the-Loop Design”</a:t>
            </a:r>
            <a:r>
              <a:rPr lang="en-US" sz="1800" dirty="0">
                <a:latin typeface="Arial" panose="020B0604020202020204" pitchFamily="34" charset="0"/>
                <a:cs typeface="Arial" panose="020B0604020202020204" pitchFamily="34" charset="0"/>
              </a:rPr>
              <a:t>.</a:t>
            </a:r>
          </a:p>
          <a:p>
            <a:pPr marL="0" indent="0" algn="just">
              <a:lnSpc>
                <a:spcPct val="150000"/>
              </a:lnSpc>
              <a:buNone/>
            </a:pPr>
            <a:r>
              <a:rPr lang="en-US" sz="1800" dirty="0">
                <a:latin typeface="Arial" panose="020B0604020202020204" pitchFamily="34" charset="0"/>
                <a:cs typeface="Arial" panose="020B0604020202020204" pitchFamily="34" charset="0"/>
              </a:rPr>
              <a:t>The goal is to improve trading speed and accuracy while reducing emotional and rushed decisions.</a:t>
            </a:r>
          </a:p>
          <a:p>
            <a:pPr marL="0" indent="0" algn="just">
              <a:lnSpc>
                <a:spcPct val="150000"/>
              </a:lnSpc>
              <a:buNone/>
            </a:pPr>
            <a:r>
              <a:rPr lang="en-US" sz="1800" dirty="0">
                <a:solidFill>
                  <a:srgbClr val="000000"/>
                </a:solidFill>
                <a:effectLst/>
                <a:latin typeface="Times New Roman" panose="02020603050405020304" pitchFamily="18" charset="0"/>
              </a:rPr>
              <a:t>The system's user-friendly design ensures that both novice and experienced traders can benefit from its features.</a:t>
            </a:r>
          </a:p>
        </p:txBody>
      </p:sp>
      <p:sp>
        <p:nvSpPr>
          <p:cNvPr id="4" name="Slide Number Placeholder 3">
            <a:extLst>
              <a:ext uri="{FF2B5EF4-FFF2-40B4-BE49-F238E27FC236}">
                <a16:creationId xmlns:a16="http://schemas.microsoft.com/office/drawing/2014/main" id="{058745A6-0EC8-E165-84DD-EBDF8CB893CA}"/>
              </a:ext>
            </a:extLst>
          </p:cNvPr>
          <p:cNvSpPr>
            <a:spLocks noGrp="1"/>
          </p:cNvSpPr>
          <p:nvPr>
            <p:ph type="sldNum" sz="quarter" idx="12"/>
          </p:nvPr>
        </p:nvSpPr>
        <p:spPr/>
        <p:txBody>
          <a:bodyPr/>
          <a:lstStyle/>
          <a:p>
            <a:fld id="{9946287B-3B8A-AB41-8A6B-DD15903AF9C3}" type="slidenum">
              <a:rPr lang="en-EG" smtClean="0"/>
              <a:t>4</a:t>
            </a:fld>
            <a:endParaRPr lang="en-EG"/>
          </a:p>
        </p:txBody>
      </p:sp>
      <p:pic>
        <p:nvPicPr>
          <p:cNvPr id="5" name="Picture 2" descr="Pros and Cons of Mechanical Trading Systems - Forex Training Group">
            <a:extLst>
              <a:ext uri="{FF2B5EF4-FFF2-40B4-BE49-F238E27FC236}">
                <a16:creationId xmlns:a16="http://schemas.microsoft.com/office/drawing/2014/main" id="{A76685D5-039A-701D-E94F-97DB46D523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3462" y="2342504"/>
            <a:ext cx="3779501" cy="308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9022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4B4636-03BF-A081-EFDB-B4A08084C069}"/>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dirty="0">
                <a:solidFill>
                  <a:schemeClr val="tx1"/>
                </a:solidFill>
                <a:effectLst/>
                <a:latin typeface="+mj-lt"/>
                <a:ea typeface="+mj-ea"/>
                <a:cs typeface="+mj-cs"/>
              </a:rPr>
              <a:t>Related Work vs Proposed </a:t>
            </a:r>
            <a:r>
              <a:rPr lang="en-US" sz="4100" kern="1200" dirty="0">
                <a:solidFill>
                  <a:schemeClr val="tx1"/>
                </a:solidFill>
                <a:latin typeface="+mj-lt"/>
                <a:ea typeface="+mj-ea"/>
                <a:cs typeface="+mj-cs"/>
              </a:rPr>
              <a:t>Project </a:t>
            </a:r>
            <a:r>
              <a:rPr lang="en-US" sz="4100" kern="1200" dirty="0">
                <a:solidFill>
                  <a:schemeClr val="tx1"/>
                </a:solidFill>
                <a:effectLst/>
                <a:latin typeface="+mj-lt"/>
                <a:ea typeface="+mj-ea"/>
                <a:cs typeface="+mj-cs"/>
              </a:rPr>
              <a:t>Comparison</a:t>
            </a:r>
            <a:endParaRPr lang="en-US" sz="4100" kern="1200" dirty="0">
              <a:solidFill>
                <a:schemeClr val="tx1"/>
              </a:solidFill>
              <a:latin typeface="+mj-lt"/>
              <a:ea typeface="+mj-ea"/>
              <a:cs typeface="+mj-cs"/>
            </a:endParaRPr>
          </a:p>
        </p:txBody>
      </p:sp>
      <p:sp>
        <p:nvSpPr>
          <p:cNvPr id="18"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02BB6DB5-8416-2935-A382-606102C1EC17}"/>
              </a:ext>
            </a:extLst>
          </p:cNvPr>
          <p:cNvGraphicFramePr>
            <a:graphicFrameLocks noGrp="1"/>
          </p:cNvGraphicFramePr>
          <p:nvPr>
            <p:extLst>
              <p:ext uri="{D42A27DB-BD31-4B8C-83A1-F6EECF244321}">
                <p14:modId xmlns:p14="http://schemas.microsoft.com/office/powerpoint/2010/main" val="654140589"/>
              </p:ext>
            </p:extLst>
          </p:nvPr>
        </p:nvGraphicFramePr>
        <p:xfrm>
          <a:off x="602562" y="1979408"/>
          <a:ext cx="10945958" cy="4461015"/>
        </p:xfrm>
        <a:graphic>
          <a:graphicData uri="http://schemas.openxmlformats.org/drawingml/2006/table">
            <a:tbl>
              <a:tblPr firstRow="1">
                <a:tableStyleId>{72833802-FEF1-4C79-8D5D-14CF1EAF98D9}</a:tableStyleId>
              </a:tblPr>
              <a:tblGrid>
                <a:gridCol w="2010834">
                  <a:extLst>
                    <a:ext uri="{9D8B030D-6E8A-4147-A177-3AD203B41FA5}">
                      <a16:colId xmlns:a16="http://schemas.microsoft.com/office/drawing/2014/main" val="1945260189"/>
                    </a:ext>
                  </a:extLst>
                </a:gridCol>
                <a:gridCol w="1976860">
                  <a:extLst>
                    <a:ext uri="{9D8B030D-6E8A-4147-A177-3AD203B41FA5}">
                      <a16:colId xmlns:a16="http://schemas.microsoft.com/office/drawing/2014/main" val="3919948839"/>
                    </a:ext>
                  </a:extLst>
                </a:gridCol>
                <a:gridCol w="2311494">
                  <a:extLst>
                    <a:ext uri="{9D8B030D-6E8A-4147-A177-3AD203B41FA5}">
                      <a16:colId xmlns:a16="http://schemas.microsoft.com/office/drawing/2014/main" val="3704250247"/>
                    </a:ext>
                  </a:extLst>
                </a:gridCol>
                <a:gridCol w="2323385">
                  <a:extLst>
                    <a:ext uri="{9D8B030D-6E8A-4147-A177-3AD203B41FA5}">
                      <a16:colId xmlns:a16="http://schemas.microsoft.com/office/drawing/2014/main" val="3915514046"/>
                    </a:ext>
                  </a:extLst>
                </a:gridCol>
                <a:gridCol w="2323385">
                  <a:extLst>
                    <a:ext uri="{9D8B030D-6E8A-4147-A177-3AD203B41FA5}">
                      <a16:colId xmlns:a16="http://schemas.microsoft.com/office/drawing/2014/main" val="987656810"/>
                    </a:ext>
                  </a:extLst>
                </a:gridCol>
              </a:tblGrid>
              <a:tr h="328499">
                <a:tc>
                  <a:txBody>
                    <a:bodyPr/>
                    <a:lstStyle/>
                    <a:p>
                      <a:pPr algn="ctr"/>
                      <a:r>
                        <a:rPr lang="en-US" sz="1100" b="1" dirty="0"/>
                        <a:t>Feature</a:t>
                      </a:r>
                    </a:p>
                  </a:txBody>
                  <a:tcPr marL="53572" marR="53572" marT="26786" marB="26786" anchor="ctr"/>
                </a:tc>
                <a:tc>
                  <a:txBody>
                    <a:bodyPr/>
                    <a:lstStyle/>
                    <a:p>
                      <a:pPr algn="ctr"/>
                      <a:r>
                        <a:rPr lang="en-US" sz="1100" b="1" dirty="0"/>
                        <a:t>Automated Trading System</a:t>
                      </a:r>
                    </a:p>
                  </a:txBody>
                  <a:tcPr marL="53572" marR="53572" marT="26786" marB="26786" anchor="ctr"/>
                </a:tc>
                <a:tc>
                  <a:txBody>
                    <a:bodyPr/>
                    <a:lstStyle/>
                    <a:p>
                      <a:pPr algn="ctr"/>
                      <a:r>
                        <a:rPr lang="en-US" sz="1100" b="1" dirty="0"/>
                        <a:t>Hybrid AI Trading Strategies</a:t>
                      </a:r>
                    </a:p>
                  </a:txBody>
                  <a:tcPr marL="53572" marR="53572" marT="26786" marB="26786" anchor="ctr"/>
                </a:tc>
                <a:tc>
                  <a:txBody>
                    <a:bodyPr/>
                    <a:lstStyle/>
                    <a:p>
                      <a:pPr algn="ctr"/>
                      <a:r>
                        <a:rPr lang="en-US" sz="1100" b="1" dirty="0"/>
                        <a:t>Stock Price Prediction</a:t>
                      </a:r>
                    </a:p>
                  </a:txBody>
                  <a:tcPr marL="53572" marR="53572" marT="26786" marB="26786" anchor="ctr"/>
                </a:tc>
                <a:tc>
                  <a:txBody>
                    <a:bodyPr/>
                    <a:lstStyle/>
                    <a:p>
                      <a:pPr algn="ctr"/>
                      <a:r>
                        <a:rPr lang="en-US" sz="1100" b="1" dirty="0"/>
                        <a:t>Proposed System</a:t>
                      </a:r>
                    </a:p>
                  </a:txBody>
                  <a:tcPr marL="53572" marR="53572" marT="26786" marB="26786" anchor="ctr"/>
                </a:tc>
                <a:extLst>
                  <a:ext uri="{0D108BD9-81ED-4DB2-BD59-A6C34878D82A}">
                    <a16:rowId xmlns:a16="http://schemas.microsoft.com/office/drawing/2014/main" val="1163309068"/>
                  </a:ext>
                </a:extLst>
              </a:tr>
              <a:tr h="539676">
                <a:tc>
                  <a:txBody>
                    <a:bodyPr/>
                    <a:lstStyle/>
                    <a:p>
                      <a:pPr algn="ctr"/>
                      <a:r>
                        <a:rPr lang="en-US" sz="1100" b="1" dirty="0"/>
                        <a:t>Main Focus</a:t>
                      </a:r>
                      <a:endParaRPr lang="en-US" sz="1100" dirty="0"/>
                    </a:p>
                  </a:txBody>
                  <a:tcPr marL="53572" marR="53572" marT="26786" marB="26786" anchor="ctr">
                    <a:solidFill>
                      <a:schemeClr val="accent2">
                        <a:lumMod val="20000"/>
                        <a:lumOff val="80000"/>
                      </a:schemeClr>
                    </a:solidFill>
                  </a:tcPr>
                </a:tc>
                <a:tc>
                  <a:txBody>
                    <a:bodyPr/>
                    <a:lstStyle/>
                    <a:p>
                      <a:pPr algn="ctr"/>
                      <a:r>
                        <a:rPr lang="en-US" sz="1100" dirty="0"/>
                        <a:t>Full automation of trading decisions</a:t>
                      </a:r>
                    </a:p>
                  </a:txBody>
                  <a:tcPr marL="53572" marR="53572" marT="26786" marB="26786" anchor="ctr"/>
                </a:tc>
                <a:tc>
                  <a:txBody>
                    <a:bodyPr/>
                    <a:lstStyle/>
                    <a:p>
                      <a:pPr algn="ctr"/>
                      <a:r>
                        <a:rPr lang="en-US" sz="1100" dirty="0"/>
                        <a:t>Improving prediction using multiple models</a:t>
                      </a:r>
                    </a:p>
                  </a:txBody>
                  <a:tcPr marL="53572" marR="53572" marT="26786" marB="26786" anchor="ctr"/>
                </a:tc>
                <a:tc>
                  <a:txBody>
                    <a:bodyPr/>
                    <a:lstStyle/>
                    <a:p>
                      <a:pPr algn="ctr"/>
                      <a:r>
                        <a:rPr lang="en-US" sz="1100" dirty="0"/>
                        <a:t>Predicting stock prices using LSTM</a:t>
                      </a:r>
                    </a:p>
                  </a:txBody>
                  <a:tcPr marL="53572" marR="53572" marT="26786" marB="26786" anchor="ctr"/>
                </a:tc>
                <a:tc>
                  <a:txBody>
                    <a:bodyPr/>
                    <a:lstStyle/>
                    <a:p>
                      <a:pPr algn="ctr"/>
                      <a:r>
                        <a:rPr lang="en-US" sz="1100" dirty="0"/>
                        <a:t>Prediction + Human-approved trading</a:t>
                      </a:r>
                    </a:p>
                  </a:txBody>
                  <a:tcPr marL="53572" marR="53572" marT="26786" marB="26786" anchor="ctr"/>
                </a:tc>
                <a:extLst>
                  <a:ext uri="{0D108BD9-81ED-4DB2-BD59-A6C34878D82A}">
                    <a16:rowId xmlns:a16="http://schemas.microsoft.com/office/drawing/2014/main" val="721578666"/>
                  </a:ext>
                </a:extLst>
              </a:tr>
              <a:tr h="328499">
                <a:tc>
                  <a:txBody>
                    <a:bodyPr/>
                    <a:lstStyle/>
                    <a:p>
                      <a:pPr algn="ctr"/>
                      <a:r>
                        <a:rPr lang="en-US" sz="1100" b="1" dirty="0"/>
                        <a:t>ML Techniques Used</a:t>
                      </a:r>
                      <a:endParaRPr lang="en-US" sz="1100" dirty="0"/>
                    </a:p>
                  </a:txBody>
                  <a:tcPr marL="53572" marR="53572" marT="26786" marB="26786" anchor="ctr">
                    <a:solidFill>
                      <a:schemeClr val="accent2">
                        <a:lumMod val="20000"/>
                        <a:lumOff val="80000"/>
                      </a:schemeClr>
                    </a:solidFill>
                  </a:tcPr>
                </a:tc>
                <a:tc>
                  <a:txBody>
                    <a:bodyPr/>
                    <a:lstStyle/>
                    <a:p>
                      <a:pPr algn="ctr"/>
                      <a:r>
                        <a:rPr lang="en-US" sz="1100" dirty="0"/>
                        <a:t>Not specified</a:t>
                      </a:r>
                    </a:p>
                  </a:txBody>
                  <a:tcPr marL="53572" marR="53572" marT="26786" marB="26786" anchor="ctr"/>
                </a:tc>
                <a:tc>
                  <a:txBody>
                    <a:bodyPr/>
                    <a:lstStyle/>
                    <a:p>
                      <a:pPr algn="ctr"/>
                      <a:r>
                        <a:rPr lang="en-US" sz="1100"/>
                        <a:t>Random Forest, SVM</a:t>
                      </a:r>
                    </a:p>
                  </a:txBody>
                  <a:tcPr marL="53572" marR="53572" marT="26786" marB="26786" anchor="ctr"/>
                </a:tc>
                <a:tc>
                  <a:txBody>
                    <a:bodyPr/>
                    <a:lstStyle/>
                    <a:p>
                      <a:pPr algn="ctr"/>
                      <a:r>
                        <a:rPr lang="en-US" sz="1100" dirty="0"/>
                        <a:t>LSTM</a:t>
                      </a:r>
                    </a:p>
                  </a:txBody>
                  <a:tcPr marL="53572" marR="53572" marT="26786" marB="26786" anchor="ctr"/>
                </a:tc>
                <a:tc>
                  <a:txBody>
                    <a:bodyPr/>
                    <a:lstStyle/>
                    <a:p>
                      <a:pPr algn="ctr"/>
                      <a:r>
                        <a:rPr lang="en-US" sz="1100" dirty="0"/>
                        <a:t>LSTM + Random Forest</a:t>
                      </a:r>
                    </a:p>
                  </a:txBody>
                  <a:tcPr marL="53572" marR="53572" marT="26786" marB="26786" anchor="ctr"/>
                </a:tc>
                <a:extLst>
                  <a:ext uri="{0D108BD9-81ED-4DB2-BD59-A6C34878D82A}">
                    <a16:rowId xmlns:a16="http://schemas.microsoft.com/office/drawing/2014/main" val="221205006"/>
                  </a:ext>
                </a:extLst>
              </a:tr>
              <a:tr h="539676">
                <a:tc>
                  <a:txBody>
                    <a:bodyPr/>
                    <a:lstStyle/>
                    <a:p>
                      <a:pPr algn="ctr"/>
                      <a:r>
                        <a:rPr lang="en-US" sz="1100" b="1" dirty="0"/>
                        <a:t>Trader Control</a:t>
                      </a:r>
                      <a:endParaRPr lang="en-US" sz="1100" dirty="0"/>
                    </a:p>
                  </a:txBody>
                  <a:tcPr marL="53572" marR="53572" marT="26786" marB="26786" anchor="ctr">
                    <a:solidFill>
                      <a:schemeClr val="accent2">
                        <a:lumMod val="20000"/>
                        <a:lumOff val="80000"/>
                      </a:schemeClr>
                    </a:solidFill>
                  </a:tcPr>
                </a:tc>
                <a:tc>
                  <a:txBody>
                    <a:bodyPr/>
                    <a:lstStyle/>
                    <a:p>
                      <a:pPr algn="ctr"/>
                      <a:r>
                        <a:rPr lang="en-US" sz="1100" dirty="0"/>
                        <a:t>Fully automated, no user control</a:t>
                      </a:r>
                    </a:p>
                  </a:txBody>
                  <a:tcPr marL="53572" marR="53572" marT="26786" marB="26786" anchor="ctr"/>
                </a:tc>
                <a:tc>
                  <a:txBody>
                    <a:bodyPr/>
                    <a:lstStyle/>
                    <a:p>
                      <a:pPr algn="ctr"/>
                      <a:r>
                        <a:rPr lang="en-US" sz="1100"/>
                        <a:t>Limited (no interface for control)</a:t>
                      </a:r>
                    </a:p>
                  </a:txBody>
                  <a:tcPr marL="53572" marR="53572" marT="26786" marB="26786" anchor="ctr"/>
                </a:tc>
                <a:tc>
                  <a:txBody>
                    <a:bodyPr/>
                    <a:lstStyle/>
                    <a:p>
                      <a:pPr algn="ctr"/>
                      <a:r>
                        <a:rPr lang="en-US" sz="1100" dirty="0"/>
                        <a:t>No trader involvement</a:t>
                      </a:r>
                    </a:p>
                  </a:txBody>
                  <a:tcPr marL="53572" marR="53572" marT="26786" marB="26786" anchor="ctr"/>
                </a:tc>
                <a:tc>
                  <a:txBody>
                    <a:bodyPr/>
                    <a:lstStyle/>
                    <a:p>
                      <a:pPr algn="ctr"/>
                      <a:r>
                        <a:rPr lang="en-US" sz="1100" dirty="0"/>
                        <a:t>User approves trades manually</a:t>
                      </a:r>
                    </a:p>
                  </a:txBody>
                  <a:tcPr marL="53572" marR="53572" marT="26786" marB="26786" anchor="ctr"/>
                </a:tc>
                <a:extLst>
                  <a:ext uri="{0D108BD9-81ED-4DB2-BD59-A6C34878D82A}">
                    <a16:rowId xmlns:a16="http://schemas.microsoft.com/office/drawing/2014/main" val="1773842256"/>
                  </a:ext>
                </a:extLst>
              </a:tr>
              <a:tr h="328499">
                <a:tc>
                  <a:txBody>
                    <a:bodyPr/>
                    <a:lstStyle/>
                    <a:p>
                      <a:pPr algn="ctr"/>
                      <a:r>
                        <a:rPr lang="en-US" sz="1100" b="1" dirty="0"/>
                        <a:t>Decision Execution</a:t>
                      </a:r>
                      <a:endParaRPr lang="en-US" sz="1100" dirty="0"/>
                    </a:p>
                  </a:txBody>
                  <a:tcPr marL="53572" marR="53572" marT="26786" marB="26786" anchor="ctr">
                    <a:solidFill>
                      <a:schemeClr val="accent2">
                        <a:lumMod val="20000"/>
                        <a:lumOff val="80000"/>
                      </a:schemeClr>
                    </a:solidFill>
                  </a:tcPr>
                </a:tc>
                <a:tc>
                  <a:txBody>
                    <a:bodyPr/>
                    <a:lstStyle/>
                    <a:p>
                      <a:pPr algn="ctr"/>
                      <a:r>
                        <a:rPr lang="en-US" sz="1100"/>
                        <a:t>Fully automated</a:t>
                      </a:r>
                    </a:p>
                  </a:txBody>
                  <a:tcPr marL="53572" marR="53572" marT="26786" marB="26786" anchor="ctr"/>
                </a:tc>
                <a:tc>
                  <a:txBody>
                    <a:bodyPr/>
                    <a:lstStyle/>
                    <a:p>
                      <a:pPr algn="ctr"/>
                      <a:r>
                        <a:rPr lang="en-US" sz="1100" dirty="0"/>
                        <a:t>No trade execution</a:t>
                      </a:r>
                    </a:p>
                  </a:txBody>
                  <a:tcPr marL="53572" marR="53572" marT="26786" marB="26786" anchor="ctr"/>
                </a:tc>
                <a:tc>
                  <a:txBody>
                    <a:bodyPr/>
                    <a:lstStyle/>
                    <a:p>
                      <a:pPr algn="ctr"/>
                      <a:r>
                        <a:rPr lang="en-US" sz="1100" dirty="0"/>
                        <a:t>No execution</a:t>
                      </a:r>
                    </a:p>
                  </a:txBody>
                  <a:tcPr marL="53572" marR="53572" marT="26786" marB="26786" anchor="ctr"/>
                </a:tc>
                <a:tc>
                  <a:txBody>
                    <a:bodyPr/>
                    <a:lstStyle/>
                    <a:p>
                      <a:pPr algn="ctr"/>
                      <a:r>
                        <a:rPr lang="en-US" sz="1100"/>
                        <a:t>Generates signals; trader approves</a:t>
                      </a:r>
                    </a:p>
                  </a:txBody>
                  <a:tcPr marL="53572" marR="53572" marT="26786" marB="26786" anchor="ctr"/>
                </a:tc>
                <a:extLst>
                  <a:ext uri="{0D108BD9-81ED-4DB2-BD59-A6C34878D82A}">
                    <a16:rowId xmlns:a16="http://schemas.microsoft.com/office/drawing/2014/main" val="976830053"/>
                  </a:ext>
                </a:extLst>
              </a:tr>
              <a:tr h="328499">
                <a:tc>
                  <a:txBody>
                    <a:bodyPr/>
                    <a:lstStyle/>
                    <a:p>
                      <a:pPr algn="ctr"/>
                      <a:r>
                        <a:rPr lang="en-US" sz="1100" b="1" dirty="0"/>
                        <a:t>Target Users</a:t>
                      </a:r>
                      <a:endParaRPr lang="en-US" sz="1100" dirty="0"/>
                    </a:p>
                  </a:txBody>
                  <a:tcPr marL="53572" marR="53572" marT="26786" marB="26786" anchor="ctr">
                    <a:solidFill>
                      <a:schemeClr val="accent2">
                        <a:lumMod val="20000"/>
                        <a:lumOff val="80000"/>
                      </a:schemeClr>
                    </a:solidFill>
                  </a:tcPr>
                </a:tc>
                <a:tc>
                  <a:txBody>
                    <a:bodyPr/>
                    <a:lstStyle/>
                    <a:p>
                      <a:pPr algn="ctr"/>
                      <a:r>
                        <a:rPr lang="en-US" sz="1100"/>
                        <a:t>Advanced traders</a:t>
                      </a:r>
                    </a:p>
                  </a:txBody>
                  <a:tcPr marL="53572" marR="53572" marT="26786" marB="26786" anchor="ctr"/>
                </a:tc>
                <a:tc>
                  <a:txBody>
                    <a:bodyPr/>
                    <a:lstStyle/>
                    <a:p>
                      <a:pPr algn="ctr"/>
                      <a:r>
                        <a:rPr lang="en-US" sz="1100"/>
                        <a:t>Experienced users</a:t>
                      </a:r>
                    </a:p>
                  </a:txBody>
                  <a:tcPr marL="53572" marR="53572" marT="26786" marB="26786" anchor="ctr"/>
                </a:tc>
                <a:tc>
                  <a:txBody>
                    <a:bodyPr/>
                    <a:lstStyle/>
                    <a:p>
                      <a:pPr algn="ctr"/>
                      <a:r>
                        <a:rPr lang="en-US" sz="1100" dirty="0"/>
                        <a:t>Researchers / Analysts</a:t>
                      </a:r>
                    </a:p>
                  </a:txBody>
                  <a:tcPr marL="53572" marR="53572" marT="26786" marB="26786" anchor="ctr"/>
                </a:tc>
                <a:tc>
                  <a:txBody>
                    <a:bodyPr/>
                    <a:lstStyle/>
                    <a:p>
                      <a:pPr algn="ctr"/>
                      <a:r>
                        <a:rPr lang="en-US" sz="1100"/>
                        <a:t>Both beginners and experts</a:t>
                      </a:r>
                    </a:p>
                  </a:txBody>
                  <a:tcPr marL="53572" marR="53572" marT="26786" marB="26786" anchor="ctr"/>
                </a:tc>
                <a:extLst>
                  <a:ext uri="{0D108BD9-81ED-4DB2-BD59-A6C34878D82A}">
                    <a16:rowId xmlns:a16="http://schemas.microsoft.com/office/drawing/2014/main" val="1477022998"/>
                  </a:ext>
                </a:extLst>
              </a:tr>
              <a:tr h="539676">
                <a:tc>
                  <a:txBody>
                    <a:bodyPr/>
                    <a:lstStyle/>
                    <a:p>
                      <a:pPr algn="ctr"/>
                      <a:r>
                        <a:rPr lang="en-US" sz="1100" b="1" dirty="0"/>
                        <a:t>Limitation Summary</a:t>
                      </a:r>
                      <a:endParaRPr lang="en-US" sz="1100" dirty="0"/>
                    </a:p>
                  </a:txBody>
                  <a:tcPr marL="53572" marR="53572" marT="26786" marB="26786" anchor="ctr">
                    <a:solidFill>
                      <a:schemeClr val="accent2">
                        <a:lumMod val="20000"/>
                        <a:lumOff val="80000"/>
                      </a:schemeClr>
                    </a:solidFill>
                  </a:tcPr>
                </a:tc>
                <a:tc>
                  <a:txBody>
                    <a:bodyPr/>
                    <a:lstStyle/>
                    <a:p>
                      <a:pPr algn="ctr"/>
                      <a:r>
                        <a:rPr lang="en-US" sz="1100" dirty="0"/>
                        <a:t>Lacks human judgment, trust issues</a:t>
                      </a:r>
                    </a:p>
                  </a:txBody>
                  <a:tcPr marL="53572" marR="53572" marT="26786" marB="26786" anchor="ctr"/>
                </a:tc>
                <a:tc>
                  <a:txBody>
                    <a:bodyPr/>
                    <a:lstStyle/>
                    <a:p>
                      <a:pPr algn="ctr"/>
                      <a:r>
                        <a:rPr lang="en-US" sz="1100"/>
                        <a:t>Complex, lacks interactive features</a:t>
                      </a:r>
                    </a:p>
                  </a:txBody>
                  <a:tcPr marL="53572" marR="53572" marT="26786" marB="26786" anchor="ctr"/>
                </a:tc>
                <a:tc>
                  <a:txBody>
                    <a:bodyPr/>
                    <a:lstStyle/>
                    <a:p>
                      <a:pPr algn="ctr"/>
                      <a:r>
                        <a:rPr lang="en-US" sz="1100" dirty="0"/>
                        <a:t>No decision support or interface</a:t>
                      </a:r>
                    </a:p>
                  </a:txBody>
                  <a:tcPr marL="53572" marR="53572" marT="26786" marB="26786" anchor="ctr"/>
                </a:tc>
                <a:tc>
                  <a:txBody>
                    <a:bodyPr/>
                    <a:lstStyle/>
                    <a:p>
                      <a:pPr algn="ctr"/>
                      <a:r>
                        <a:rPr lang="en-US" sz="1100" dirty="0"/>
                        <a:t>Relies on past data, possible human bias</a:t>
                      </a:r>
                    </a:p>
                  </a:txBody>
                  <a:tcPr marL="53572" marR="53572" marT="26786" marB="26786" anchor="ctr"/>
                </a:tc>
                <a:extLst>
                  <a:ext uri="{0D108BD9-81ED-4DB2-BD59-A6C34878D82A}">
                    <a16:rowId xmlns:a16="http://schemas.microsoft.com/office/drawing/2014/main" val="479025193"/>
                  </a:ext>
                </a:extLst>
              </a:tr>
              <a:tr h="539676">
                <a:tc>
                  <a:txBody>
                    <a:bodyPr/>
                    <a:lstStyle/>
                    <a:p>
                      <a:pPr algn="ctr"/>
                      <a:r>
                        <a:rPr lang="en-US" sz="1100" b="1" dirty="0"/>
                        <a:t>Key Advantage Over Others</a:t>
                      </a:r>
                      <a:endParaRPr lang="en-US" sz="1100" dirty="0"/>
                    </a:p>
                  </a:txBody>
                  <a:tcPr marL="53572" marR="53572" marT="26786" marB="26786" anchor="ctr">
                    <a:solidFill>
                      <a:schemeClr val="accent2">
                        <a:lumMod val="20000"/>
                        <a:lumOff val="80000"/>
                      </a:schemeClr>
                    </a:solidFill>
                  </a:tcPr>
                </a:tc>
                <a:tc>
                  <a:txBody>
                    <a:bodyPr/>
                    <a:lstStyle/>
                    <a:p>
                      <a:pPr algn="ctr"/>
                      <a:r>
                        <a:rPr lang="en-US" sz="1100"/>
                        <a:t>Speed and full automation</a:t>
                      </a:r>
                    </a:p>
                  </a:txBody>
                  <a:tcPr marL="53572" marR="53572" marT="26786" marB="26786" anchor="ctr"/>
                </a:tc>
                <a:tc>
                  <a:txBody>
                    <a:bodyPr/>
                    <a:lstStyle/>
                    <a:p>
                      <a:pPr algn="ctr"/>
                      <a:r>
                        <a:rPr lang="en-US" sz="1100"/>
                        <a:t>Smarter strategies with hybrid models</a:t>
                      </a:r>
                    </a:p>
                  </a:txBody>
                  <a:tcPr marL="53572" marR="53572" marT="26786" marB="26786" anchor="ctr"/>
                </a:tc>
                <a:tc>
                  <a:txBody>
                    <a:bodyPr/>
                    <a:lstStyle/>
                    <a:p>
                      <a:pPr algn="ctr"/>
                      <a:r>
                        <a:rPr lang="en-US" sz="1100" dirty="0"/>
                        <a:t>High accuracy in price prediction</a:t>
                      </a:r>
                    </a:p>
                  </a:txBody>
                  <a:tcPr marL="53572" marR="53572" marT="26786" marB="26786" anchor="ctr"/>
                </a:tc>
                <a:tc>
                  <a:txBody>
                    <a:bodyPr/>
                    <a:lstStyle/>
                    <a:p>
                      <a:pPr algn="ctr"/>
                      <a:r>
                        <a:rPr lang="en-US" sz="1100" dirty="0"/>
                        <a:t>Combines speed + control + usability</a:t>
                      </a:r>
                    </a:p>
                  </a:txBody>
                  <a:tcPr marL="53572" marR="53572" marT="26786" marB="26786" anchor="ctr"/>
                </a:tc>
                <a:extLst>
                  <a:ext uri="{0D108BD9-81ED-4DB2-BD59-A6C34878D82A}">
                    <a16:rowId xmlns:a16="http://schemas.microsoft.com/office/drawing/2014/main" val="1129510018"/>
                  </a:ext>
                </a:extLst>
              </a:tr>
              <a:tr h="599747">
                <a:tc>
                  <a:txBody>
                    <a:bodyPr/>
                    <a:lstStyle/>
                    <a:p>
                      <a:pPr algn="ctr"/>
                      <a:r>
                        <a:rPr lang="en-US" sz="1100" b="1" dirty="0"/>
                        <a:t>Accuracy / Performance</a:t>
                      </a:r>
                    </a:p>
                  </a:txBody>
                  <a:tcPr marL="53572" marR="53572" marT="26786" marB="26786" anchor="ctr">
                    <a:solidFill>
                      <a:schemeClr val="accent2">
                        <a:lumMod val="20000"/>
                        <a:lumOff val="80000"/>
                      </a:schemeClr>
                    </a:solidFill>
                  </a:tcPr>
                </a:tc>
                <a:tc>
                  <a:txBody>
                    <a:bodyPr/>
                    <a:lstStyle/>
                    <a:p>
                      <a:pPr algn="ctr"/>
                      <a:r>
                        <a:rPr lang="en-US" sz="1100"/>
                        <a:t>Not specified (focus on execution)</a:t>
                      </a:r>
                    </a:p>
                  </a:txBody>
                  <a:tcPr marL="101864" marR="101864" marT="50932" marB="50932" anchor="ctr"/>
                </a:tc>
                <a:tc>
                  <a:txBody>
                    <a:bodyPr/>
                    <a:lstStyle/>
                    <a:p>
                      <a:pPr algn="ctr"/>
                      <a:r>
                        <a:rPr lang="en-EG" sz="1100" dirty="0"/>
                        <a:t>92.8%</a:t>
                      </a:r>
                      <a:endParaRPr lang="en-US" sz="1100" dirty="0"/>
                    </a:p>
                  </a:txBody>
                  <a:tcPr marL="53572" marR="53572" marT="26786" marB="26786" anchor="ctr"/>
                </a:tc>
                <a:tc>
                  <a:txBody>
                    <a:bodyPr/>
                    <a:lstStyle/>
                    <a:p>
                      <a:pPr algn="ctr"/>
                      <a:r>
                        <a:rPr lang="en-EG" sz="1100" dirty="0"/>
                        <a:t>94.2% </a:t>
                      </a:r>
                      <a:endParaRPr lang="en-US" sz="1100" dirty="0"/>
                    </a:p>
                  </a:txBody>
                  <a:tcPr marL="53572" marR="53572" marT="26786" marB="26786" anchor="ctr"/>
                </a:tc>
                <a:tc>
                  <a:txBody>
                    <a:bodyPr/>
                    <a:lstStyle/>
                    <a:p>
                      <a:pPr algn="ctr"/>
                      <a:r>
                        <a:rPr lang="en-US" sz="1100" dirty="0"/>
                        <a:t>Estimated 93–95% (based on LSTM+RF)</a:t>
                      </a:r>
                    </a:p>
                  </a:txBody>
                  <a:tcPr marL="101864" marR="101864" marT="50932" marB="50932" anchor="ctr"/>
                </a:tc>
                <a:extLst>
                  <a:ext uri="{0D108BD9-81ED-4DB2-BD59-A6C34878D82A}">
                    <a16:rowId xmlns:a16="http://schemas.microsoft.com/office/drawing/2014/main" val="2498867212"/>
                  </a:ext>
                </a:extLst>
              </a:tr>
              <a:tr h="388568">
                <a:tc>
                  <a:txBody>
                    <a:bodyPr/>
                    <a:lstStyle/>
                    <a:p>
                      <a:pPr algn="ctr"/>
                      <a:r>
                        <a:rPr lang="en-US" sz="1100" b="1" dirty="0"/>
                        <a:t>Year</a:t>
                      </a:r>
                      <a:endParaRPr lang="en-US" sz="1100" dirty="0"/>
                    </a:p>
                  </a:txBody>
                  <a:tcPr marL="101864" marR="101864" marT="50932" marB="50932" anchor="ctr">
                    <a:solidFill>
                      <a:schemeClr val="accent2">
                        <a:lumMod val="20000"/>
                        <a:lumOff val="80000"/>
                      </a:schemeClr>
                    </a:solidFill>
                  </a:tcPr>
                </a:tc>
                <a:tc>
                  <a:txBody>
                    <a:bodyPr/>
                    <a:lstStyle/>
                    <a:p>
                      <a:pPr algn="ctr"/>
                      <a:r>
                        <a:rPr lang="en-EG" sz="1100" dirty="0"/>
                        <a:t>2019</a:t>
                      </a:r>
                    </a:p>
                  </a:txBody>
                  <a:tcPr marL="101864" marR="101864" marT="50932" marB="50932" anchor="ctr"/>
                </a:tc>
                <a:tc>
                  <a:txBody>
                    <a:bodyPr/>
                    <a:lstStyle/>
                    <a:p>
                      <a:pPr algn="ctr"/>
                      <a:r>
                        <a:rPr lang="en-EG" sz="1100"/>
                        <a:t>2021</a:t>
                      </a:r>
                    </a:p>
                  </a:txBody>
                  <a:tcPr marL="101864" marR="101864" marT="50932" marB="50932" anchor="ctr"/>
                </a:tc>
                <a:tc>
                  <a:txBody>
                    <a:bodyPr/>
                    <a:lstStyle/>
                    <a:p>
                      <a:pPr algn="ctr"/>
                      <a:r>
                        <a:rPr lang="en-EG" sz="1100" dirty="0"/>
                        <a:t>2023</a:t>
                      </a:r>
                    </a:p>
                  </a:txBody>
                  <a:tcPr marL="101864" marR="101864" marT="50932" marB="50932" anchor="ctr"/>
                </a:tc>
                <a:tc>
                  <a:txBody>
                    <a:bodyPr/>
                    <a:lstStyle/>
                    <a:p>
                      <a:pPr algn="ctr"/>
                      <a:r>
                        <a:rPr lang="en-US" sz="1100" dirty="0"/>
                        <a:t>2025 (Proposed)</a:t>
                      </a:r>
                    </a:p>
                  </a:txBody>
                  <a:tcPr marL="101864" marR="101864" marT="50932" marB="50932" anchor="ctr"/>
                </a:tc>
                <a:extLst>
                  <a:ext uri="{0D108BD9-81ED-4DB2-BD59-A6C34878D82A}">
                    <a16:rowId xmlns:a16="http://schemas.microsoft.com/office/drawing/2014/main" val="421026978"/>
                  </a:ext>
                </a:extLst>
              </a:tr>
            </a:tbl>
          </a:graphicData>
        </a:graphic>
      </p:graphicFrame>
      <p:sp>
        <p:nvSpPr>
          <p:cNvPr id="10" name="Slide Number Placeholder 9">
            <a:extLst>
              <a:ext uri="{FF2B5EF4-FFF2-40B4-BE49-F238E27FC236}">
                <a16:creationId xmlns:a16="http://schemas.microsoft.com/office/drawing/2014/main" id="{6236D8E0-3AA4-B5D5-123E-B2DEE4247B4E}"/>
              </a:ext>
            </a:extLst>
          </p:cNvPr>
          <p:cNvSpPr>
            <a:spLocks noGrp="1"/>
          </p:cNvSpPr>
          <p:nvPr>
            <p:ph type="sldNum" sz="quarter" idx="12"/>
          </p:nvPr>
        </p:nvSpPr>
        <p:spPr/>
        <p:txBody>
          <a:bodyPr/>
          <a:lstStyle/>
          <a:p>
            <a:fld id="{9946287B-3B8A-AB41-8A6B-DD15903AF9C3}" type="slidenum">
              <a:rPr lang="en-EG" smtClean="0"/>
              <a:t>5</a:t>
            </a:fld>
            <a:endParaRPr lang="en-EG"/>
          </a:p>
        </p:txBody>
      </p:sp>
    </p:spTree>
    <p:extLst>
      <p:ext uri="{BB962C8B-B14F-4D97-AF65-F5344CB8AC3E}">
        <p14:creationId xmlns:p14="http://schemas.microsoft.com/office/powerpoint/2010/main" val="1289714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CC0D10-2A4F-256C-8B81-F43DC4C3668F}"/>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dirty="0">
                <a:solidFill>
                  <a:schemeClr val="tx1"/>
                </a:solidFill>
                <a:effectLst/>
                <a:latin typeface="+mj-lt"/>
                <a:ea typeface="+mj-ea"/>
                <a:cs typeface="+mj-cs"/>
              </a:rPr>
              <a:t>Use case Diagram </a:t>
            </a:r>
            <a:endParaRPr lang="en-US" sz="6600" kern="1200" dirty="0">
              <a:solidFill>
                <a:schemeClr val="tx1"/>
              </a:solidFill>
              <a:latin typeface="+mj-lt"/>
              <a:ea typeface="+mj-ea"/>
              <a:cs typeface="+mj-cs"/>
            </a:endParaRP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809D2F7-8E1F-8860-970F-FB2AA3E17AB9}"/>
              </a:ext>
            </a:extLst>
          </p:cNvPr>
          <p:cNvPicPr>
            <a:picLocks noChangeAspect="1"/>
          </p:cNvPicPr>
          <p:nvPr/>
        </p:nvPicPr>
        <p:blipFill>
          <a:blip r:embed="rId2"/>
          <a:stretch>
            <a:fillRect/>
          </a:stretch>
        </p:blipFill>
        <p:spPr>
          <a:xfrm>
            <a:off x="4639993" y="441818"/>
            <a:ext cx="6946935" cy="5974363"/>
          </a:xfrm>
          <a:prstGeom prst="rect">
            <a:avLst/>
          </a:prstGeom>
        </p:spPr>
      </p:pic>
      <p:sp>
        <p:nvSpPr>
          <p:cNvPr id="5" name="Slide Number Placeholder 4">
            <a:extLst>
              <a:ext uri="{FF2B5EF4-FFF2-40B4-BE49-F238E27FC236}">
                <a16:creationId xmlns:a16="http://schemas.microsoft.com/office/drawing/2014/main" id="{37F0CF21-3A86-8758-5BDF-50F11650CD87}"/>
              </a:ext>
            </a:extLst>
          </p:cNvPr>
          <p:cNvSpPr>
            <a:spLocks noGrp="1"/>
          </p:cNvSpPr>
          <p:nvPr>
            <p:ph type="sldNum" sz="quarter" idx="12"/>
          </p:nvPr>
        </p:nvSpPr>
        <p:spPr/>
        <p:txBody>
          <a:bodyPr/>
          <a:lstStyle/>
          <a:p>
            <a:fld id="{9946287B-3B8A-AB41-8A6B-DD15903AF9C3}" type="slidenum">
              <a:rPr lang="en-EG" smtClean="0"/>
              <a:t>6</a:t>
            </a:fld>
            <a:endParaRPr lang="en-EG"/>
          </a:p>
        </p:txBody>
      </p:sp>
    </p:spTree>
    <p:extLst>
      <p:ext uri="{BB962C8B-B14F-4D97-AF65-F5344CB8AC3E}">
        <p14:creationId xmlns:p14="http://schemas.microsoft.com/office/powerpoint/2010/main" val="2649062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8" name="Rectangle 3077">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22F53D-7EC8-F6A0-AE5D-551A9B694830}"/>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100" kern="1200" dirty="0">
                <a:solidFill>
                  <a:schemeClr val="tx1"/>
                </a:solidFill>
                <a:latin typeface="+mj-lt"/>
                <a:ea typeface="+mj-ea"/>
                <a:cs typeface="+mj-cs"/>
              </a:rPr>
              <a:t>Sequence Diagram</a:t>
            </a:r>
          </a:p>
        </p:txBody>
      </p:sp>
      <p:sp>
        <p:nvSpPr>
          <p:cNvPr id="308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3" name="Picture 2" descr="PlantUML diagram">
            <a:extLst>
              <a:ext uri="{FF2B5EF4-FFF2-40B4-BE49-F238E27FC236}">
                <a16:creationId xmlns:a16="http://schemas.microsoft.com/office/drawing/2014/main" id="{42450EB3-8A83-67DC-4783-E1907EA15273}"/>
              </a:ext>
            </a:extLst>
          </p:cNvPr>
          <p:cNvPicPr>
            <a:picLocks noGrp="1" noChangeAspect="1" noChangeArrowheads="1"/>
          </p:cNvPicPr>
          <p:nvPr>
            <p:ph idx="1"/>
          </p:nvPr>
        </p:nvPicPr>
        <p:blipFill>
          <a:blip r:embed="rId2" r:link="rId3">
            <a:extLst>
              <a:ext uri="{28A0092B-C50C-407E-A947-70E740481C1C}">
                <a14:useLocalDpi xmlns:a14="http://schemas.microsoft.com/office/drawing/2010/main" val="0"/>
              </a:ext>
            </a:extLst>
          </a:blip>
          <a:stretch>
            <a:fillRect/>
          </a:stretch>
        </p:blipFill>
        <p:spPr bwMode="auto">
          <a:xfrm>
            <a:off x="5131371" y="223391"/>
            <a:ext cx="5586786" cy="64864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2FE0E84D-9EE3-57D4-A4C7-1BC29A710AFE}"/>
              </a:ext>
            </a:extLst>
          </p:cNvPr>
          <p:cNvSpPr>
            <a:spLocks noChangeArrowheads="1"/>
          </p:cNvSpPr>
          <p:nvPr/>
        </p:nvSpPr>
        <p:spPr bwMode="auto">
          <a:xfrm>
            <a:off x="6766560" y="-1075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EG"/>
          </a:p>
        </p:txBody>
      </p:sp>
      <p:sp>
        <p:nvSpPr>
          <p:cNvPr id="8" name="Slide Number Placeholder 7">
            <a:extLst>
              <a:ext uri="{FF2B5EF4-FFF2-40B4-BE49-F238E27FC236}">
                <a16:creationId xmlns:a16="http://schemas.microsoft.com/office/drawing/2014/main" id="{77580162-4FD0-A085-9162-580F4843409D}"/>
              </a:ext>
            </a:extLst>
          </p:cNvPr>
          <p:cNvSpPr>
            <a:spLocks noGrp="1"/>
          </p:cNvSpPr>
          <p:nvPr>
            <p:ph type="sldNum" sz="quarter" idx="12"/>
          </p:nvPr>
        </p:nvSpPr>
        <p:spPr/>
        <p:txBody>
          <a:bodyPr/>
          <a:lstStyle/>
          <a:p>
            <a:fld id="{9946287B-3B8A-AB41-8A6B-DD15903AF9C3}" type="slidenum">
              <a:rPr lang="en-EG" smtClean="0"/>
              <a:t>7</a:t>
            </a:fld>
            <a:endParaRPr lang="en-EG"/>
          </a:p>
        </p:txBody>
      </p:sp>
    </p:spTree>
    <p:extLst>
      <p:ext uri="{BB962C8B-B14F-4D97-AF65-F5344CB8AC3E}">
        <p14:creationId xmlns:p14="http://schemas.microsoft.com/office/powerpoint/2010/main" val="1686346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0" name="Rectangle 102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D620E3-3293-7E96-D5AB-5B28920CEEEE}"/>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dirty="0">
                <a:solidFill>
                  <a:schemeClr val="tx1"/>
                </a:solidFill>
                <a:effectLst/>
                <a:latin typeface="+mj-lt"/>
                <a:ea typeface="+mj-ea"/>
                <a:cs typeface="+mj-cs"/>
              </a:rPr>
              <a:t>Activity Diagram</a:t>
            </a:r>
            <a:endParaRPr lang="en-US" sz="6600" kern="1200" dirty="0">
              <a:solidFill>
                <a:schemeClr val="tx1"/>
              </a:solidFill>
              <a:latin typeface="+mj-lt"/>
              <a:ea typeface="+mj-ea"/>
              <a:cs typeface="+mj-cs"/>
            </a:endParaRPr>
          </a:p>
        </p:txBody>
      </p:sp>
      <p:sp>
        <p:nvSpPr>
          <p:cNvPr id="103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5" name="Picture 1" descr="PlantUML diagram">
            <a:extLst>
              <a:ext uri="{FF2B5EF4-FFF2-40B4-BE49-F238E27FC236}">
                <a16:creationId xmlns:a16="http://schemas.microsoft.com/office/drawing/2014/main" id="{1A3DB6EA-7698-1253-69F9-C51A62E40CC2}"/>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tretch>
            <a:fillRect/>
          </a:stretch>
        </p:blipFill>
        <p:spPr bwMode="auto">
          <a:xfrm>
            <a:off x="5504328" y="353957"/>
            <a:ext cx="4953964" cy="618635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5AD57C1A-7165-2D4D-B50C-0B6E1F0E112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EG"/>
          </a:p>
        </p:txBody>
      </p:sp>
      <p:sp>
        <p:nvSpPr>
          <p:cNvPr id="5" name="Slide Number Placeholder 4">
            <a:extLst>
              <a:ext uri="{FF2B5EF4-FFF2-40B4-BE49-F238E27FC236}">
                <a16:creationId xmlns:a16="http://schemas.microsoft.com/office/drawing/2014/main" id="{A87C7C6E-DFA4-3772-D5C2-21195C0FD7C0}"/>
              </a:ext>
            </a:extLst>
          </p:cNvPr>
          <p:cNvSpPr>
            <a:spLocks noGrp="1"/>
          </p:cNvSpPr>
          <p:nvPr>
            <p:ph type="sldNum" sz="quarter" idx="12"/>
          </p:nvPr>
        </p:nvSpPr>
        <p:spPr/>
        <p:txBody>
          <a:bodyPr/>
          <a:lstStyle/>
          <a:p>
            <a:fld id="{9946287B-3B8A-AB41-8A6B-DD15903AF9C3}" type="slidenum">
              <a:rPr lang="en-EG" smtClean="0"/>
              <a:t>8</a:t>
            </a:fld>
            <a:endParaRPr lang="en-EG"/>
          </a:p>
        </p:txBody>
      </p:sp>
    </p:spTree>
    <p:extLst>
      <p:ext uri="{BB962C8B-B14F-4D97-AF65-F5344CB8AC3E}">
        <p14:creationId xmlns:p14="http://schemas.microsoft.com/office/powerpoint/2010/main" val="1383573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1FE0A7-899D-EA4F-6A19-99FA459DEE49}"/>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dirty="0">
                <a:solidFill>
                  <a:schemeClr val="tx1"/>
                </a:solidFill>
                <a:latin typeface="+mj-lt"/>
                <a:ea typeface="+mj-ea"/>
                <a:cs typeface="+mj-cs"/>
              </a:rPr>
              <a:t>Project Time plan “</a:t>
            </a:r>
            <a:r>
              <a:rPr lang="en-US" sz="6600" i="1" kern="1200" dirty="0">
                <a:solidFill>
                  <a:schemeClr val="tx1"/>
                </a:solidFill>
                <a:effectLst/>
                <a:latin typeface="+mj-lt"/>
                <a:ea typeface="+mj-ea"/>
                <a:cs typeface="+mj-cs"/>
              </a:rPr>
              <a:t>Gant Chart</a:t>
            </a:r>
            <a:r>
              <a:rPr lang="en-US" sz="6600" kern="1200" dirty="0">
                <a:solidFill>
                  <a:schemeClr val="tx1"/>
                </a:solidFill>
                <a:effectLst/>
                <a:latin typeface="+mj-lt"/>
                <a:ea typeface="+mj-ea"/>
                <a:cs typeface="+mj-cs"/>
              </a:rPr>
              <a:t>”</a:t>
            </a:r>
            <a:endParaRPr lang="en-US" sz="6600" kern="1200" dirty="0">
              <a:solidFill>
                <a:schemeClr val="tx1"/>
              </a:solidFill>
              <a:latin typeface="+mj-lt"/>
              <a:ea typeface="+mj-ea"/>
              <a:cs typeface="+mj-cs"/>
            </a:endParaRPr>
          </a:p>
        </p:txBody>
      </p:sp>
      <p:sp>
        <p:nvSpPr>
          <p:cNvPr id="22"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10;&#10;AI-generated content may be incorrect.">
            <a:extLst>
              <a:ext uri="{FF2B5EF4-FFF2-40B4-BE49-F238E27FC236}">
                <a16:creationId xmlns:a16="http://schemas.microsoft.com/office/drawing/2014/main" id="{42CF62ED-C3E8-19D8-7C28-36007D50E4FB}"/>
              </a:ext>
            </a:extLst>
          </p:cNvPr>
          <p:cNvPicPr>
            <a:picLocks noChangeAspect="1"/>
          </p:cNvPicPr>
          <p:nvPr/>
        </p:nvPicPr>
        <p:blipFill>
          <a:blip r:embed="rId2"/>
          <a:stretch>
            <a:fillRect/>
          </a:stretch>
        </p:blipFill>
        <p:spPr>
          <a:xfrm>
            <a:off x="1659988" y="1987680"/>
            <a:ext cx="9256541" cy="4870320"/>
          </a:xfrm>
          <a:prstGeom prst="rect">
            <a:avLst/>
          </a:prstGeom>
        </p:spPr>
      </p:pic>
      <p:sp>
        <p:nvSpPr>
          <p:cNvPr id="9" name="Slide Number Placeholder 8">
            <a:extLst>
              <a:ext uri="{FF2B5EF4-FFF2-40B4-BE49-F238E27FC236}">
                <a16:creationId xmlns:a16="http://schemas.microsoft.com/office/drawing/2014/main" id="{6D7F78D5-B3F7-27F6-5B2C-59DDBFBE0B24}"/>
              </a:ext>
            </a:extLst>
          </p:cNvPr>
          <p:cNvSpPr>
            <a:spLocks noGrp="1"/>
          </p:cNvSpPr>
          <p:nvPr>
            <p:ph type="sldNum" sz="quarter" idx="12"/>
          </p:nvPr>
        </p:nvSpPr>
        <p:spPr/>
        <p:txBody>
          <a:bodyPr/>
          <a:lstStyle/>
          <a:p>
            <a:fld id="{9946287B-3B8A-AB41-8A6B-DD15903AF9C3}" type="slidenum">
              <a:rPr lang="en-EG" smtClean="0"/>
              <a:t>9</a:t>
            </a:fld>
            <a:endParaRPr lang="en-EG"/>
          </a:p>
        </p:txBody>
      </p:sp>
    </p:spTree>
    <p:extLst>
      <p:ext uri="{BB962C8B-B14F-4D97-AF65-F5344CB8AC3E}">
        <p14:creationId xmlns:p14="http://schemas.microsoft.com/office/powerpoint/2010/main" val="466838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002906-BA9A-7F92-ABF2-D7E6502DE0B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1EA3F1E-2B41-8F82-F409-5511389E4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B7C2C89-7AAE-EE8B-1985-A9576444ED96}"/>
              </a:ext>
            </a:extLst>
          </p:cNvPr>
          <p:cNvSpPr>
            <a:spLocks noGrp="1"/>
          </p:cNvSpPr>
          <p:nvPr>
            <p:ph type="title"/>
          </p:nvPr>
        </p:nvSpPr>
        <p:spPr>
          <a:xfrm>
            <a:off x="838200" y="365125"/>
            <a:ext cx="10515600" cy="1325563"/>
          </a:xfrm>
        </p:spPr>
        <p:txBody>
          <a:bodyPr>
            <a:normAutofit/>
          </a:bodyPr>
          <a:lstStyle/>
          <a:p>
            <a:r>
              <a:rPr lang="en-US" sz="4200" dirty="0"/>
              <a:t>References</a:t>
            </a:r>
            <a:endParaRPr lang="en-EG" sz="4200" dirty="0"/>
          </a:p>
        </p:txBody>
      </p:sp>
      <p:sp>
        <p:nvSpPr>
          <p:cNvPr id="10" name="sketch line">
            <a:extLst>
              <a:ext uri="{FF2B5EF4-FFF2-40B4-BE49-F238E27FC236}">
                <a16:creationId xmlns:a16="http://schemas.microsoft.com/office/drawing/2014/main" id="{A56ACA82-9F44-C318-BE0C-8F563B6795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1C561405-2CDD-C7E3-84D1-DA609A26369A}"/>
              </a:ext>
            </a:extLst>
          </p:cNvPr>
          <p:cNvSpPr>
            <a:spLocks noGrp="1"/>
          </p:cNvSpPr>
          <p:nvPr>
            <p:ph idx="1"/>
          </p:nvPr>
        </p:nvSpPr>
        <p:spPr>
          <a:xfrm>
            <a:off x="669036" y="1844978"/>
            <a:ext cx="10853928" cy="4629608"/>
          </a:xfrm>
        </p:spPr>
        <p:txBody>
          <a:bodyPr>
            <a:noAutofit/>
          </a:bodyPr>
          <a:lstStyle/>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[1] Li, Z., Yu, H., Xu, J., Liu, J., &amp; Mo, Y., 2023. Stock Market Analysis and Prediction Using LSTM: A Case Study on Technology Stocks. </a:t>
            </a:r>
            <a:r>
              <a:rPr lang="en-EG" sz="1200" i="1" dirty="0">
                <a:effectLst/>
                <a:latin typeface="Times New Roman" panose="02020603050405020304" pitchFamily="18" charset="0"/>
                <a:ea typeface="Times New Roman" panose="02020603050405020304" pitchFamily="18" charset="0"/>
              </a:rPr>
              <a:t>Innovations in Applied Engineering and Technology</a:t>
            </a:r>
            <a:r>
              <a:rPr lang="en-EG" sz="1200" dirty="0">
                <a:effectLst/>
                <a:latin typeface="Times New Roman" panose="02020603050405020304" pitchFamily="18" charset="0"/>
                <a:ea typeface="Times New Roman" panose="02020603050405020304" pitchFamily="18" charset="0"/>
              </a:rPr>
              <a:t>, 2(1), pp.1-6. </a:t>
            </a:r>
            <a:r>
              <a:rPr lang="en-EG" sz="1200" u="sng" dirty="0">
                <a:effectLst/>
                <a:latin typeface="Times New Roman" panose="02020603050405020304" pitchFamily="18" charset="0"/>
                <a:ea typeface="Times New Roman" panose="02020603050405020304" pitchFamily="18" charset="0"/>
                <a:hlinkClick r:id="rId2"/>
              </a:rPr>
              <a:t>https://doi.org/10.62836/iaet.v2i1.162</a:t>
            </a:r>
            <a:r>
              <a:rPr lang="en-EG" sz="1200" dirty="0">
                <a:effectLst/>
                <a:latin typeface="Times New Roman" panose="02020603050405020304" pitchFamily="18" charset="0"/>
                <a:ea typeface="Times New Roman" panose="02020603050405020304" pitchFamily="18" charset="0"/>
              </a:rPr>
              <a:t>.</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[2] Moghar, A. &amp; Hamiche, M., 2020. Stock Market Prediction Using LSTM Recurrent Neural Network. </a:t>
            </a:r>
            <a:r>
              <a:rPr lang="en-EG" sz="1200" i="1" dirty="0">
                <a:effectLst/>
                <a:latin typeface="Times New Roman" panose="02020603050405020304" pitchFamily="18" charset="0"/>
                <a:ea typeface="Times New Roman" panose="02020603050405020304" pitchFamily="18" charset="0"/>
              </a:rPr>
              <a:t>Procedia Computer Science</a:t>
            </a:r>
            <a:r>
              <a:rPr lang="en-EG" sz="1200" dirty="0">
                <a:effectLst/>
                <a:latin typeface="Times New Roman" panose="02020603050405020304" pitchFamily="18" charset="0"/>
                <a:ea typeface="Times New Roman" panose="02020603050405020304" pitchFamily="18" charset="0"/>
              </a:rPr>
              <a:t>, 176, pp.2766-2775. </a:t>
            </a:r>
            <a:r>
              <a:rPr lang="en-EG" sz="1200" u="sng" dirty="0">
                <a:effectLst/>
                <a:latin typeface="Times New Roman" panose="02020603050405020304" pitchFamily="18" charset="0"/>
                <a:ea typeface="Times New Roman" panose="02020603050405020304" pitchFamily="18" charset="0"/>
                <a:hlinkClick r:id="rId3"/>
              </a:rPr>
              <a:t>https://doi.org/10.1016/j.procs.2020.09.319</a:t>
            </a:r>
            <a:r>
              <a:rPr lang="en-EG" sz="1200" dirty="0">
                <a:effectLst/>
                <a:latin typeface="Times New Roman" panose="02020603050405020304" pitchFamily="18" charset="0"/>
                <a:ea typeface="Times New Roman" panose="02020603050405020304" pitchFamily="18" charset="0"/>
              </a:rPr>
              <a:t>.</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[3] Mendoza, L. &amp; Zhang, M., 2019. Design of an Automated Stock Trading System Using Artificial Intelligence. </a:t>
            </a:r>
            <a:r>
              <a:rPr lang="en-EG" sz="1200" i="1" dirty="0">
                <a:effectLst/>
                <a:latin typeface="Times New Roman" panose="02020603050405020304" pitchFamily="18" charset="0"/>
                <a:ea typeface="Times New Roman" panose="02020603050405020304" pitchFamily="18" charset="0"/>
              </a:rPr>
              <a:t>International Journal of Financial Engineering</a:t>
            </a:r>
            <a:r>
              <a:rPr lang="en-EG" sz="1200" dirty="0">
                <a:effectLst/>
                <a:latin typeface="Times New Roman" panose="02020603050405020304" pitchFamily="18" charset="0"/>
                <a:ea typeface="Times New Roman" panose="02020603050405020304" pitchFamily="18" charset="0"/>
              </a:rPr>
              <a:t>, [online] Available at: </a:t>
            </a:r>
            <a:r>
              <a:rPr lang="en-EG" sz="1200" u="sng" dirty="0">
                <a:effectLst/>
                <a:latin typeface="Times New Roman" panose="02020603050405020304" pitchFamily="18" charset="0"/>
                <a:ea typeface="Times New Roman" panose="02020603050405020304" pitchFamily="18" charset="0"/>
                <a:hlinkClick r:id="rId4"/>
              </a:rPr>
              <a:t>https://www.tandfonline.com</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[4] Liu, J., et al., 2021. AI-Based Hybrid Stock Trading System Using Random Forest and Support Vector Machines. </a:t>
            </a:r>
            <a:r>
              <a:rPr lang="en-EG" sz="1200" i="1" dirty="0">
                <a:effectLst/>
                <a:latin typeface="Times New Roman" panose="02020603050405020304" pitchFamily="18" charset="0"/>
                <a:ea typeface="Times New Roman" panose="02020603050405020304" pitchFamily="18" charset="0"/>
              </a:rPr>
              <a:t>Financial Innovation</a:t>
            </a:r>
            <a:r>
              <a:rPr lang="en-EG" sz="1200" dirty="0">
                <a:effectLst/>
                <a:latin typeface="Times New Roman" panose="02020603050405020304" pitchFamily="18" charset="0"/>
                <a:ea typeface="Times New Roman" panose="02020603050405020304" pitchFamily="18" charset="0"/>
              </a:rPr>
              <a:t>, [online] Available at: </a:t>
            </a:r>
            <a:r>
              <a:rPr lang="en-EG" sz="1200" u="sng" dirty="0">
                <a:effectLst/>
                <a:latin typeface="Times New Roman" panose="02020603050405020304" pitchFamily="18" charset="0"/>
                <a:ea typeface="Times New Roman" panose="02020603050405020304" pitchFamily="18" charset="0"/>
                <a:hlinkClick r:id="rId5"/>
              </a:rPr>
              <a:t>https://link.springer.com/article/10.1186/s40854-021-00288-1</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[5] Python Official Website. (n.d.). </a:t>
            </a:r>
            <a:r>
              <a:rPr lang="en-EG" sz="1200" i="1" dirty="0">
                <a:effectLst/>
                <a:latin typeface="Times New Roman" panose="02020603050405020304" pitchFamily="18" charset="0"/>
                <a:ea typeface="Times New Roman" panose="02020603050405020304" pitchFamily="18" charset="0"/>
              </a:rPr>
              <a:t>Python.org</a:t>
            </a:r>
            <a:r>
              <a:rPr lang="en-EG" sz="1200" dirty="0">
                <a:effectLst/>
                <a:latin typeface="Times New Roman" panose="02020603050405020304" pitchFamily="18" charset="0"/>
                <a:ea typeface="Times New Roman" panose="02020603050405020304" pitchFamily="18" charset="0"/>
              </a:rPr>
              <a:t>. Available at: </a:t>
            </a:r>
            <a:r>
              <a:rPr lang="en-EG" sz="1200" u="sng" dirty="0">
                <a:effectLst/>
                <a:latin typeface="Times New Roman" panose="02020603050405020304" pitchFamily="18" charset="0"/>
                <a:ea typeface="Times New Roman" panose="02020603050405020304" pitchFamily="18" charset="0"/>
                <a:hlinkClick r:id="rId6"/>
              </a:rPr>
              <a:t>https://www.python.org/</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[6] Scikit-learn Machine Learning Library. (n.d.). </a:t>
            </a:r>
            <a:r>
              <a:rPr lang="en-EG" sz="1200" i="1" dirty="0">
                <a:effectLst/>
                <a:latin typeface="Times New Roman" panose="02020603050405020304" pitchFamily="18" charset="0"/>
                <a:ea typeface="Times New Roman" panose="02020603050405020304" pitchFamily="18" charset="0"/>
              </a:rPr>
              <a:t>Scikit-learn</a:t>
            </a:r>
            <a:r>
              <a:rPr lang="en-EG" sz="1200" dirty="0">
                <a:effectLst/>
                <a:latin typeface="Times New Roman" panose="02020603050405020304" pitchFamily="18" charset="0"/>
                <a:ea typeface="Times New Roman" panose="02020603050405020304" pitchFamily="18" charset="0"/>
              </a:rPr>
              <a:t>. Available at: </a:t>
            </a:r>
            <a:r>
              <a:rPr lang="en-EG" sz="1200" u="sng" dirty="0">
                <a:effectLst/>
                <a:latin typeface="Times New Roman" panose="02020603050405020304" pitchFamily="18" charset="0"/>
                <a:ea typeface="Times New Roman" panose="02020603050405020304" pitchFamily="18" charset="0"/>
                <a:hlinkClick r:id="rId7"/>
              </a:rPr>
              <a:t>https://scikit-learn.org/</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[7] Investopedia. (n.d.). </a:t>
            </a:r>
            <a:r>
              <a:rPr lang="en-EG" sz="1200" i="1" dirty="0">
                <a:effectLst/>
                <a:latin typeface="Times New Roman" panose="02020603050405020304" pitchFamily="18" charset="0"/>
                <a:ea typeface="Times New Roman" panose="02020603050405020304" pitchFamily="18" charset="0"/>
              </a:rPr>
              <a:t>AI in Trading</a:t>
            </a:r>
            <a:r>
              <a:rPr lang="en-EG" sz="1200" dirty="0">
                <a:effectLst/>
                <a:latin typeface="Times New Roman" panose="02020603050405020304" pitchFamily="18" charset="0"/>
                <a:ea typeface="Times New Roman" panose="02020603050405020304" pitchFamily="18" charset="0"/>
              </a:rPr>
              <a:t>. Available at: </a:t>
            </a:r>
            <a:r>
              <a:rPr lang="en-EG" sz="1200" u="sng" dirty="0">
                <a:effectLst/>
                <a:latin typeface="Times New Roman" panose="02020603050405020304" pitchFamily="18" charset="0"/>
                <a:ea typeface="Times New Roman" panose="02020603050405020304" pitchFamily="18" charset="0"/>
                <a:hlinkClick r:id="rId8"/>
              </a:rPr>
              <a:t>https://www.investopedia.com/</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[8] Medium. (n.d.). </a:t>
            </a:r>
            <a:r>
              <a:rPr lang="en-EG" sz="1200" i="1" dirty="0">
                <a:effectLst/>
                <a:latin typeface="Times New Roman" panose="02020603050405020304" pitchFamily="18" charset="0"/>
                <a:ea typeface="Times New Roman" panose="02020603050405020304" pitchFamily="18" charset="0"/>
              </a:rPr>
              <a:t>Articles about AI Trading (general reading)</a:t>
            </a:r>
            <a:r>
              <a:rPr lang="en-EG" sz="1200" dirty="0">
                <a:effectLst/>
                <a:latin typeface="Times New Roman" panose="02020603050405020304" pitchFamily="18" charset="0"/>
                <a:ea typeface="Times New Roman" panose="02020603050405020304" pitchFamily="18" charset="0"/>
              </a:rPr>
              <a:t>. Available at: </a:t>
            </a:r>
            <a:r>
              <a:rPr lang="en-EG" sz="1200" u="sng" dirty="0">
                <a:effectLst/>
                <a:latin typeface="Times New Roman" panose="02020603050405020304" pitchFamily="18" charset="0"/>
                <a:ea typeface="Times New Roman" panose="02020603050405020304" pitchFamily="18" charset="0"/>
                <a:hlinkClick r:id="rId9"/>
              </a:rPr>
              <a:t>https://medium.com/</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[9] Yahoo Finance and Kaggle. (n.d.). </a:t>
            </a:r>
            <a:r>
              <a:rPr lang="en-EG" sz="1200" i="1" dirty="0">
                <a:effectLst/>
                <a:latin typeface="Times New Roman" panose="02020603050405020304" pitchFamily="18" charset="0"/>
                <a:ea typeface="Times New Roman" panose="02020603050405020304" pitchFamily="18" charset="0"/>
              </a:rPr>
              <a:t>Example Datasets</a:t>
            </a:r>
            <a:r>
              <a:rPr lang="en-EG" sz="1200" dirty="0">
                <a:effectLst/>
                <a:latin typeface="Times New Roman" panose="02020603050405020304" pitchFamily="18" charset="0"/>
                <a:ea typeface="Times New Roman" panose="02020603050405020304" pitchFamily="18" charset="0"/>
              </a:rPr>
              <a:t>. Available at: </a:t>
            </a:r>
            <a:r>
              <a:rPr lang="en-EG" sz="1200" u="sng" dirty="0">
                <a:effectLst/>
                <a:latin typeface="Times New Roman" panose="02020603050405020304" pitchFamily="18" charset="0"/>
                <a:ea typeface="Times New Roman" panose="02020603050405020304" pitchFamily="18" charset="0"/>
                <a:hlinkClick r:id="rId10"/>
              </a:rPr>
              <a:t>https://www.yahoo.com/finance</a:t>
            </a:r>
            <a:r>
              <a:rPr lang="en-EG" sz="1200" dirty="0">
                <a:effectLst/>
                <a:latin typeface="Times New Roman" panose="02020603050405020304" pitchFamily="18" charset="0"/>
                <a:ea typeface="Times New Roman" panose="02020603050405020304" pitchFamily="18" charset="0"/>
              </a:rPr>
              <a:t> and </a:t>
            </a:r>
            <a:r>
              <a:rPr lang="en-EG" sz="1200" u="sng" dirty="0">
                <a:effectLst/>
                <a:latin typeface="Times New Roman" panose="02020603050405020304" pitchFamily="18" charset="0"/>
                <a:ea typeface="Times New Roman" panose="02020603050405020304" pitchFamily="18" charset="0"/>
                <a:hlinkClick r:id="rId11"/>
              </a:rPr>
              <a:t>https://www.kaggle.com/</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[10] PlantUML. (n.d.). </a:t>
            </a:r>
            <a:r>
              <a:rPr lang="en-EG" sz="1200" i="1" dirty="0">
                <a:effectLst/>
                <a:latin typeface="Times New Roman" panose="02020603050405020304" pitchFamily="18" charset="0"/>
                <a:ea typeface="Times New Roman" panose="02020603050405020304" pitchFamily="18" charset="0"/>
              </a:rPr>
              <a:t>PlantUML</a:t>
            </a:r>
            <a:r>
              <a:rPr lang="en-EG" sz="1200" dirty="0">
                <a:effectLst/>
                <a:latin typeface="Times New Roman" panose="02020603050405020304" pitchFamily="18" charset="0"/>
                <a:ea typeface="Times New Roman" panose="02020603050405020304" pitchFamily="18" charset="0"/>
              </a:rPr>
              <a:t>. Available at: </a:t>
            </a:r>
            <a:r>
              <a:rPr lang="en-EG" sz="1200" u="sng" dirty="0">
                <a:effectLst/>
                <a:latin typeface="Times New Roman" panose="02020603050405020304" pitchFamily="18" charset="0"/>
                <a:ea typeface="Times New Roman" panose="02020603050405020304" pitchFamily="18" charset="0"/>
                <a:hlinkClick r:id="rId12"/>
              </a:rPr>
              <a:t>https://plantuml.com/</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[11] draw.io. (n.d.). </a:t>
            </a:r>
            <a:r>
              <a:rPr lang="en-EG" sz="1200" i="1" dirty="0">
                <a:effectLst/>
                <a:latin typeface="Times New Roman" panose="02020603050405020304" pitchFamily="18" charset="0"/>
                <a:ea typeface="Times New Roman" panose="02020603050405020304" pitchFamily="18" charset="0"/>
              </a:rPr>
              <a:t>draw.io (diagrams.net)</a:t>
            </a:r>
            <a:r>
              <a:rPr lang="en-EG" sz="1200" dirty="0">
                <a:effectLst/>
                <a:latin typeface="Times New Roman" panose="02020603050405020304" pitchFamily="18" charset="0"/>
                <a:ea typeface="Times New Roman" panose="02020603050405020304" pitchFamily="18" charset="0"/>
              </a:rPr>
              <a:t>. Available at: </a:t>
            </a:r>
            <a:r>
              <a:rPr lang="en-EG" sz="1200" u="sng" dirty="0">
                <a:effectLst/>
                <a:latin typeface="Times New Roman" panose="02020603050405020304" pitchFamily="18" charset="0"/>
                <a:ea typeface="Times New Roman" panose="02020603050405020304" pitchFamily="18" charset="0"/>
                <a:hlinkClick r:id="rId13"/>
              </a:rPr>
              <a:t>https://app.diagrams.net/</a:t>
            </a:r>
            <a:r>
              <a:rPr lang="en-EG" sz="1200" dirty="0">
                <a:effectLst/>
                <a:latin typeface="Times New Roman" panose="02020603050405020304" pitchFamily="18" charset="0"/>
                <a:ea typeface="Times New Roman" panose="02020603050405020304" pitchFamily="18" charset="0"/>
              </a:rPr>
              <a:t> [Accessed 5 May 2025].</a:t>
            </a:r>
          </a:p>
        </p:txBody>
      </p:sp>
      <p:sp>
        <p:nvSpPr>
          <p:cNvPr id="4" name="Slide Number Placeholder 3">
            <a:extLst>
              <a:ext uri="{FF2B5EF4-FFF2-40B4-BE49-F238E27FC236}">
                <a16:creationId xmlns:a16="http://schemas.microsoft.com/office/drawing/2014/main" id="{426E960B-DBE0-B3CF-C53A-6F86DB7534A9}"/>
              </a:ext>
            </a:extLst>
          </p:cNvPr>
          <p:cNvSpPr>
            <a:spLocks noGrp="1"/>
          </p:cNvSpPr>
          <p:nvPr>
            <p:ph type="sldNum" sz="quarter" idx="12"/>
          </p:nvPr>
        </p:nvSpPr>
        <p:spPr/>
        <p:txBody>
          <a:bodyPr/>
          <a:lstStyle/>
          <a:p>
            <a:fld id="{9946287B-3B8A-AB41-8A6B-DD15903AF9C3}" type="slidenum">
              <a:rPr lang="en-EG" smtClean="0"/>
              <a:t>10</a:t>
            </a:fld>
            <a:endParaRPr lang="en-EG"/>
          </a:p>
        </p:txBody>
      </p:sp>
    </p:spTree>
    <p:extLst>
      <p:ext uri="{BB962C8B-B14F-4D97-AF65-F5344CB8AC3E}">
        <p14:creationId xmlns:p14="http://schemas.microsoft.com/office/powerpoint/2010/main" val="3411458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63FFFC8-C746-DECD-24AA-4EC0A1F533CF}"/>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Thank You</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C67FC99A-C111-9569-0CBA-1C5254189ED6}"/>
              </a:ext>
            </a:extLst>
          </p:cNvPr>
          <p:cNvSpPr>
            <a:spLocks noGrp="1"/>
          </p:cNvSpPr>
          <p:nvPr>
            <p:ph type="sldNum" sz="quarter" idx="12"/>
          </p:nvPr>
        </p:nvSpPr>
        <p:spPr/>
        <p:txBody>
          <a:bodyPr/>
          <a:lstStyle/>
          <a:p>
            <a:fld id="{9946287B-3B8A-AB41-8A6B-DD15903AF9C3}" type="slidenum">
              <a:rPr lang="en-EG" smtClean="0"/>
              <a:t>11</a:t>
            </a:fld>
            <a:endParaRPr lang="en-EG"/>
          </a:p>
        </p:txBody>
      </p:sp>
    </p:spTree>
    <p:extLst>
      <p:ext uri="{BB962C8B-B14F-4D97-AF65-F5344CB8AC3E}">
        <p14:creationId xmlns:p14="http://schemas.microsoft.com/office/powerpoint/2010/main" val="648905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2650</TotalTime>
  <Words>832</Words>
  <Application>Microsoft Macintosh PowerPoint</Application>
  <PresentationFormat>Widescreen</PresentationFormat>
  <Paragraphs>99</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Calibri</vt:lpstr>
      <vt:lpstr>Times New Roman</vt:lpstr>
      <vt:lpstr>Office Theme</vt:lpstr>
      <vt:lpstr>AI Automated Trading System</vt:lpstr>
      <vt:lpstr>Agenda</vt:lpstr>
      <vt:lpstr>Problem Statement</vt:lpstr>
      <vt:lpstr>Proposed Solution</vt:lpstr>
      <vt:lpstr>Related Work vs Proposed Project Comparison</vt:lpstr>
      <vt:lpstr>Use case Diagram </vt:lpstr>
      <vt:lpstr>Sequence Diagram</vt:lpstr>
      <vt:lpstr>Activity Diagram</vt:lpstr>
      <vt:lpstr>Project Time plan “Gant Chart”</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Sherif Mohamed Sabry</dc:creator>
  <cp:lastModifiedBy>Ahmed Sherif Mohamed Sabry</cp:lastModifiedBy>
  <cp:revision>6</cp:revision>
  <dcterms:created xsi:type="dcterms:W3CDTF">2025-05-05T12:11:40Z</dcterms:created>
  <dcterms:modified xsi:type="dcterms:W3CDTF">2025-12-21T23:18:55Z</dcterms:modified>
</cp:coreProperties>
</file>